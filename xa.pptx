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a:srgbClr val="3AEF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6" autoAdjust="0"/>
    <p:restoredTop sz="94660"/>
  </p:normalViewPr>
  <p:slideViewPr>
    <p:cSldViewPr snapToGrid="0">
      <p:cViewPr varScale="1">
        <p:scale>
          <a:sx n="111" d="100"/>
          <a:sy n="111" d="100"/>
        </p:scale>
        <p:origin x="24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C0A1-A47F-4269-AA3E-068D2CDB4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30F65E-F207-4E60-918D-841D6F14C1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985E71-9557-405B-96B4-EED3E238AF1E}"/>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8773B5AE-1449-40AD-AC8B-B35B3D254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6E22A-4DE9-4183-9D18-EFE10C6FC47D}"/>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1299247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0CCE-62A3-48BE-8867-3366A7E698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AECFC9-A9FA-48FC-BBD8-444ECE762C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5D4EB5-5F9F-47D3-8581-E285222BA21F}"/>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D8599A03-BF82-4B35-80FB-54A551B9C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9AB24-CF45-47F8-8571-9A39BFA79BC7}"/>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108215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11B0D-1DCF-41D3-BF45-7B1D095C5B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D4BB10-C841-493A-AB96-71B8F11677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96F13-9521-42C4-8518-602A9246AC1A}"/>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76E1EC98-934A-483D-925E-AF4D82A46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981BE-184B-454E-ACDF-28CC36CEEA43}"/>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111276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0B030-41AC-4259-B112-6D235CBF83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639ED2-B4A7-49BE-BAF6-6BB6D7F2E0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B4464F-B29B-4B08-A92F-1DE409C1F1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0770B6-4C3F-4650-9B3B-81F6483C36EA}"/>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6" name="Footer Placeholder 5">
            <a:extLst>
              <a:ext uri="{FF2B5EF4-FFF2-40B4-BE49-F238E27FC236}">
                <a16:creationId xmlns:a16="http://schemas.microsoft.com/office/drawing/2014/main" id="{80FF2999-DD3C-43C7-BF9A-50F9A4418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3630B7-4C6E-4844-AE34-46B1401F96CD}"/>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2828699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0BFC-E62C-4F5A-A721-67EA7F84D1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AB1E18-C1E0-4DB6-91DB-0C1909FC6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6739F5-628C-4AE0-A3B2-D32D4776FF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2C9E-77EA-4438-B3FF-9117772E53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854237-6A14-4BFC-816F-02505BD058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109A1B-5371-41F2-B5EC-BA2CAF0E6990}"/>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8" name="Footer Placeholder 7">
            <a:extLst>
              <a:ext uri="{FF2B5EF4-FFF2-40B4-BE49-F238E27FC236}">
                <a16:creationId xmlns:a16="http://schemas.microsoft.com/office/drawing/2014/main" id="{B1021DD1-A1F1-42BF-82ED-36EA64094C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1EB25C-C170-41E7-BAF5-28F8845C2ED7}"/>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2348542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75446-B5F1-4B3A-9A57-5D1E2EA785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5F849B-20BF-4BED-9DCF-5884DE582C43}"/>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4" name="Footer Placeholder 3">
            <a:extLst>
              <a:ext uri="{FF2B5EF4-FFF2-40B4-BE49-F238E27FC236}">
                <a16:creationId xmlns:a16="http://schemas.microsoft.com/office/drawing/2014/main" id="{44FD723C-9E1D-4471-822E-D657372F22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E7528C-DA67-4F6D-AEA2-562779554483}"/>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59172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72883-0446-427F-B57F-3F51DF0DF7DF}"/>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3" name="Footer Placeholder 2">
            <a:extLst>
              <a:ext uri="{FF2B5EF4-FFF2-40B4-BE49-F238E27FC236}">
                <a16:creationId xmlns:a16="http://schemas.microsoft.com/office/drawing/2014/main" id="{5632CC63-8613-4E32-86D6-5DB91E31E6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117375-9817-4AD2-B735-59B0C05724B0}"/>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140568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5A953-8019-45E1-921F-1095D5EEAB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6C11F9-0D09-40E8-AE16-838EC389D2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72F496-9D76-4852-AA6F-0A9E68880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590982-FDF1-47CF-A78E-E070DFE77175}"/>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6" name="Footer Placeholder 5">
            <a:extLst>
              <a:ext uri="{FF2B5EF4-FFF2-40B4-BE49-F238E27FC236}">
                <a16:creationId xmlns:a16="http://schemas.microsoft.com/office/drawing/2014/main" id="{38B8413A-7BB8-4CC0-8101-65F7ACDFC4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8A9E5-02EB-4C3C-B8A0-C980C858646F}"/>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1401902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DAAE-4098-4549-A647-2C2ADA368E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E6AEE9-EA1D-4F4A-9C21-5C87C74B76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9F01C4-D783-4F5B-AFBE-C536F76CE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207692-1173-47C0-A580-3AE1DB9BED3C}"/>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6" name="Footer Placeholder 5">
            <a:extLst>
              <a:ext uri="{FF2B5EF4-FFF2-40B4-BE49-F238E27FC236}">
                <a16:creationId xmlns:a16="http://schemas.microsoft.com/office/drawing/2014/main" id="{54C76AA2-D6FA-4934-8E98-5C5CFF2A86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E7CF7-EC33-4432-A85E-5A7312411C6D}"/>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2243849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CD61-1B6C-4E39-8CD6-01AD8DFA5A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B7A1FA-15F3-49AB-BB7D-7C0C728D0C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07469-38BA-4824-809F-618741D87352}"/>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AD71242A-14D0-4124-BE06-3F7897CC46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25C93-9837-4566-A9B8-5610A2B4E512}"/>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2928007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409452-D11E-4961-B0EF-24CE2BD8F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F72A89-407F-4CE6-BA2D-9C2A91644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ACA1E-EB5D-4328-B224-19E448688656}"/>
              </a:ext>
            </a:extLst>
          </p:cNvPr>
          <p:cNvSpPr>
            <a:spLocks noGrp="1"/>
          </p:cNvSpPr>
          <p:nvPr>
            <p:ph type="dt" sz="half" idx="10"/>
          </p:nvPr>
        </p:nvSpPr>
        <p:spPr/>
        <p:txBody>
          <a:body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7A2ADF77-83D2-47A2-AA51-6803EDC0B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BC031-1C66-47C0-97C3-45A48AD019A1}"/>
              </a:ext>
            </a:extLst>
          </p:cNvPr>
          <p:cNvSpPr>
            <a:spLocks noGrp="1"/>
          </p:cNvSpPr>
          <p:nvPr>
            <p:ph type="sldNum" sz="quarter" idx="12"/>
          </p:nvPr>
        </p:nvSpPr>
        <p:spPr/>
        <p:txBody>
          <a:bodyPr/>
          <a:lstStyle/>
          <a:p>
            <a:fld id="{9D4688DB-ACFF-456F-A365-828520E6F5B6}" type="slidenum">
              <a:rPr lang="en-US" smtClean="0"/>
              <a:t>‹#›</a:t>
            </a:fld>
            <a:endParaRPr lang="en-US"/>
          </a:p>
        </p:txBody>
      </p:sp>
    </p:spTree>
    <p:extLst>
      <p:ext uri="{BB962C8B-B14F-4D97-AF65-F5344CB8AC3E}">
        <p14:creationId xmlns:p14="http://schemas.microsoft.com/office/powerpoint/2010/main" val="3485636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76E6BC-D089-43A8-9DD1-3096655796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4AAE0D-583F-4086-82A3-0F7D035BF0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244A6-37DE-4804-B7AA-5B784FF980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7D10C-874A-4362-AE2B-A786CBBDEE07}" type="datetimeFigureOut">
              <a:rPr lang="en-US" smtClean="0"/>
              <a:t>1/13/2025</a:t>
            </a:fld>
            <a:endParaRPr lang="en-US"/>
          </a:p>
        </p:txBody>
      </p:sp>
      <p:sp>
        <p:nvSpPr>
          <p:cNvPr id="5" name="Footer Placeholder 4">
            <a:extLst>
              <a:ext uri="{FF2B5EF4-FFF2-40B4-BE49-F238E27FC236}">
                <a16:creationId xmlns:a16="http://schemas.microsoft.com/office/drawing/2014/main" id="{364B9E77-008B-4080-A5BB-6198D3D4C6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FB1DCDC-8A06-4BEB-B96A-47B8A62B6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4688DB-ACFF-456F-A365-828520E6F5B6}" type="slidenum">
              <a:rPr lang="en-US" smtClean="0"/>
              <a:t>‹#›</a:t>
            </a:fld>
            <a:endParaRPr lang="en-US"/>
          </a:p>
        </p:txBody>
      </p:sp>
    </p:spTree>
    <p:extLst>
      <p:ext uri="{BB962C8B-B14F-4D97-AF65-F5344CB8AC3E}">
        <p14:creationId xmlns:p14="http://schemas.microsoft.com/office/powerpoint/2010/main" val="1194377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openclipart.org/detail/8139/flower-corner" TargetMode="External"/><Relationship Id="rId13"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4.png"/><Relationship Id="rId12"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pixabay.com/en/corner-left-upper-shape-geometry-23983/" TargetMode="External"/><Relationship Id="rId11" Type="http://schemas.openxmlformats.org/officeDocument/2006/relationships/image" Target="../media/image6.jpeg"/><Relationship Id="rId5" Type="http://schemas.openxmlformats.org/officeDocument/2006/relationships/image" Target="../media/image3.png"/><Relationship Id="rId10" Type="http://schemas.openxmlformats.org/officeDocument/2006/relationships/hyperlink" Target="https://lyotta.deviantart.com/art/Decorative-corner-with-citrine-in-gold-366227276" TargetMode="External"/><Relationship Id="rId4" Type="http://schemas.openxmlformats.org/officeDocument/2006/relationships/image" Target="../media/image2.png"/><Relationship Id="rId9" Type="http://schemas.openxmlformats.org/officeDocument/2006/relationships/image" Target="../media/image5.png"/><Relationship Id="rId14" Type="http://schemas.microsoft.com/office/2007/relationships/hdphoto" Target="../media/hdphoto2.wdp"/></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hyperlink" Target="https://publicdomainpictures.net/view-image.php?image=23124&amp;picture=point-contest" TargetMode="External"/><Relationship Id="rId18" Type="http://schemas.openxmlformats.org/officeDocument/2006/relationships/hyperlink" Target="https://openclipart.org/detail/216208/science-girl-blackhair-by-j4p4n" TargetMode="External"/><Relationship Id="rId3" Type="http://schemas.microsoft.com/office/2007/relationships/hdphoto" Target="../media/hdphoto1.wdp"/><Relationship Id="rId21"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15.jpg"/><Relationship Id="rId17" Type="http://schemas.microsoft.com/office/2007/relationships/hdphoto" Target="../media/hdphoto4.wdp"/><Relationship Id="rId2" Type="http://schemas.openxmlformats.org/officeDocument/2006/relationships/image" Target="../media/image1.png"/><Relationship Id="rId16" Type="http://schemas.openxmlformats.org/officeDocument/2006/relationships/image" Target="../media/image17.png"/><Relationship Id="rId20" Type="http://schemas.microsoft.com/office/2007/relationships/hdphoto" Target="../media/hdphoto2.wdp"/><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4.jpeg"/><Relationship Id="rId24" Type="http://schemas.openxmlformats.org/officeDocument/2006/relationships/hyperlink" Target="https://openclipart.org/detail/8139/flower-corner" TargetMode="External"/><Relationship Id="rId5" Type="http://schemas.openxmlformats.org/officeDocument/2006/relationships/image" Target="../media/image10.jpeg"/><Relationship Id="rId15" Type="http://schemas.openxmlformats.org/officeDocument/2006/relationships/hyperlink" Target="https://www.josegalan.es/5-consejos-para-hacer-un-storytelling-efectivo/" TargetMode="External"/><Relationship Id="rId23" Type="http://schemas.openxmlformats.org/officeDocument/2006/relationships/image" Target="../media/image4.png"/><Relationship Id="rId10" Type="http://schemas.openxmlformats.org/officeDocument/2006/relationships/hyperlink" Target="https://learn.e-limu.org/topic/view/?c=220" TargetMode="External"/><Relationship Id="rId19" Type="http://schemas.openxmlformats.org/officeDocument/2006/relationships/image" Target="../media/image8.png"/><Relationship Id="rId4" Type="http://schemas.openxmlformats.org/officeDocument/2006/relationships/image" Target="../media/image9.jpeg"/><Relationship Id="rId9" Type="http://schemas.openxmlformats.org/officeDocument/2006/relationships/image" Target="../media/image13.jpg"/><Relationship Id="rId14" Type="http://schemas.openxmlformats.org/officeDocument/2006/relationships/image" Target="../media/image16.png"/><Relationship Id="rId22" Type="http://schemas.openxmlformats.org/officeDocument/2006/relationships/hyperlink" Target="https://pixabay.com/en/corner-left-upper-shape-geometry-239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6000"/>
            <a:lum/>
            <a:extLst>
              <a:ext uri="{BEBA8EAE-BF5A-486C-A8C5-ECC9F3942E4B}">
                <a14:imgProps xmlns:a14="http://schemas.microsoft.com/office/drawing/2010/main">
                  <a14:imgLayer r:embed="rId3">
                    <a14:imgEffect>
                      <a14:artisticPaintBrush trans="38000" brushSize="0"/>
                    </a14:imgEffect>
                  </a14:imgLayer>
                </a14:imgProps>
              </a:ext>
            </a:extLst>
          </a:blip>
          <a:srcRect/>
          <a:stretch>
            <a:fillRect t="-1000" b="-1000"/>
          </a:stretch>
        </a:blip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D307897-3CDE-4633-B164-E870A120ECB9}"/>
              </a:ext>
            </a:extLst>
          </p:cNvPr>
          <p:cNvCxnSpPr/>
          <p:nvPr/>
        </p:nvCxnSpPr>
        <p:spPr>
          <a:xfrm>
            <a:off x="4068147" y="-130629"/>
            <a:ext cx="0" cy="7333862"/>
          </a:xfrm>
          <a:prstGeom prst="line">
            <a:avLst/>
          </a:prstGeom>
          <a:ln w="15875">
            <a:solidFill>
              <a:schemeClr val="tx1">
                <a:alpha val="42000"/>
              </a:schemeClr>
            </a:solidFill>
          </a:ln>
          <a:effectLst>
            <a:outerShdw blurRad="63500" sx="200000" sy="200000" algn="ctr" rotWithShape="0">
              <a:prstClr val="black"/>
            </a:outerShdw>
          </a:effectLst>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05BE366-E2B3-459B-B30A-D286C85A28BB}"/>
              </a:ext>
            </a:extLst>
          </p:cNvPr>
          <p:cNvCxnSpPr/>
          <p:nvPr/>
        </p:nvCxnSpPr>
        <p:spPr>
          <a:xfrm>
            <a:off x="8437984" y="-130629"/>
            <a:ext cx="0" cy="7333862"/>
          </a:xfrm>
          <a:prstGeom prst="line">
            <a:avLst/>
          </a:prstGeom>
          <a:ln w="15875">
            <a:solidFill>
              <a:schemeClr val="tx1">
                <a:alpha val="42000"/>
              </a:schemeClr>
            </a:solidFill>
          </a:ln>
          <a:effectLst>
            <a:outerShdw blurRad="63500" sx="200000" sy="200000" algn="ctr" rotWithShape="0">
              <a:prstClr val="black"/>
            </a:outerShdw>
          </a:effectLst>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6734A532-F8EA-4BDF-B2DA-0DF16EFF81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332" y="250743"/>
            <a:ext cx="2618915" cy="2587074"/>
          </a:xfrm>
          <a:prstGeom prst="rect">
            <a:avLst/>
          </a:prstGeom>
          <a:effectLst>
            <a:outerShdw blurRad="63500" sx="99000" sy="99000" algn="ctr" rotWithShape="0">
              <a:prstClr val="black">
                <a:alpha val="38000"/>
              </a:prstClr>
            </a:outerShdw>
            <a:reflection blurRad="6350" stA="31000" endPos="12000" dir="5400000" sy="-100000" algn="bl" rotWithShape="0"/>
          </a:effectLst>
        </p:spPr>
      </p:pic>
      <p:sp>
        <p:nvSpPr>
          <p:cNvPr id="11" name="Rectangle 10">
            <a:extLst>
              <a:ext uri="{FF2B5EF4-FFF2-40B4-BE49-F238E27FC236}">
                <a16:creationId xmlns:a16="http://schemas.microsoft.com/office/drawing/2014/main" id="{87D8B047-90B4-4923-A872-447FBBD1BAAA}"/>
              </a:ext>
            </a:extLst>
          </p:cNvPr>
          <p:cNvSpPr/>
          <p:nvPr/>
        </p:nvSpPr>
        <p:spPr>
          <a:xfrm>
            <a:off x="265212" y="3091416"/>
            <a:ext cx="3348522" cy="3600986"/>
          </a:xfrm>
          <a:prstGeom prst="rect">
            <a:avLst/>
          </a:prstGeom>
          <a:effectLst>
            <a:glow rad="63500">
              <a:schemeClr val="accent1">
                <a:satMod val="175000"/>
                <a:alpha val="40000"/>
              </a:schemeClr>
            </a:glow>
          </a:effectLst>
        </p:spPr>
        <p:txBody>
          <a:bodyPr wrap="square">
            <a:spAutoFit/>
          </a:bodyPr>
          <a:lstStyle/>
          <a:p>
            <a:pPr marL="285750" indent="-285750" algn="ctr">
              <a:buFont typeface="Wingdings" panose="05000000000000000000" pitchFamily="2" charset="2"/>
              <a:buChar char="q"/>
            </a:pPr>
            <a:r>
              <a:rPr lang="en-US" dirty="0">
                <a:effectLst>
                  <a:glow rad="63500">
                    <a:schemeClr val="accent4">
                      <a:satMod val="175000"/>
                      <a:alpha val="40000"/>
                    </a:schemeClr>
                  </a:glow>
                </a:effectLst>
                <a:latin typeface="Trebuchet MS" panose="020B0603020202020204" pitchFamily="34" charset="0"/>
              </a:rPr>
              <a:t>C</a:t>
            </a:r>
            <a:r>
              <a:rPr lang="en-US" sz="1200" dirty="0">
                <a:effectLst>
                  <a:glow rad="63500">
                    <a:schemeClr val="accent4">
                      <a:satMod val="175000"/>
                      <a:alpha val="40000"/>
                    </a:schemeClr>
                  </a:glow>
                </a:effectLst>
                <a:latin typeface="Trebuchet MS" panose="020B0603020202020204" pitchFamily="34" charset="0"/>
              </a:rPr>
              <a:t>hildren's Day is celebrated to honor children and their rights, recognizing their role as the future of society. It emphasizes the importance of providing children with a safe, nurturing, and supportive environment to grow and thrive. Different countries celebrate Children's Day on different dates, but the common goal is to promote the well-being, education, and happiness of children.</a:t>
            </a:r>
          </a:p>
          <a:p>
            <a:pPr marL="285750" indent="-285750" algn="ctr">
              <a:buFont typeface="Wingdings" panose="05000000000000000000" pitchFamily="2" charset="2"/>
              <a:buChar char="q"/>
            </a:pPr>
            <a:r>
              <a:rPr lang="en-US" b="1" dirty="0">
                <a:effectLst>
                  <a:glow rad="63500">
                    <a:schemeClr val="accent4">
                      <a:satMod val="175000"/>
                      <a:alpha val="40000"/>
                    </a:schemeClr>
                  </a:glow>
                </a:effectLst>
                <a:latin typeface="Trebuchet MS" panose="020B0603020202020204" pitchFamily="34" charset="0"/>
              </a:rPr>
              <a:t>I</a:t>
            </a:r>
            <a:r>
              <a:rPr lang="en-US" sz="1200" dirty="0">
                <a:effectLst>
                  <a:glow rad="63500">
                    <a:schemeClr val="accent4">
                      <a:satMod val="175000"/>
                      <a:alpha val="40000"/>
                    </a:schemeClr>
                  </a:glow>
                </a:effectLst>
                <a:latin typeface="Trebuchet MS" panose="020B0603020202020204" pitchFamily="34" charset="0"/>
              </a:rPr>
              <a:t>n many places, Children's Day also pays tribute to influential figures who advocated for children's rights. For instance, in India, it is celebrated on November 14th to honor the birthday of Jawaharlal Nehru, who was fondly known for his love for children.</a:t>
            </a:r>
          </a:p>
        </p:txBody>
      </p:sp>
      <p:sp>
        <p:nvSpPr>
          <p:cNvPr id="12" name="TextBox 11">
            <a:extLst>
              <a:ext uri="{FF2B5EF4-FFF2-40B4-BE49-F238E27FC236}">
                <a16:creationId xmlns:a16="http://schemas.microsoft.com/office/drawing/2014/main" id="{26BBC27C-05B2-4EAD-8F7E-7DEA758F18AD}"/>
              </a:ext>
            </a:extLst>
          </p:cNvPr>
          <p:cNvSpPr txBox="1"/>
          <p:nvPr/>
        </p:nvSpPr>
        <p:spPr>
          <a:xfrm>
            <a:off x="682259" y="2703007"/>
            <a:ext cx="1200970" cy="523220"/>
          </a:xfrm>
          <a:prstGeom prst="rect">
            <a:avLst/>
          </a:prstGeom>
          <a:noFill/>
        </p:spPr>
        <p:txBody>
          <a:bodyPr wrap="none" rtlCol="0">
            <a:spAutoFit/>
          </a:bodyPr>
          <a:lstStyle/>
          <a:p>
            <a:r>
              <a:rPr lang="en-US" sz="2800" b="1" dirty="0">
                <a:solidFill>
                  <a:srgbClr val="FF0000"/>
                </a:solidFill>
                <a:latin typeface="Bradley Hand ITC" panose="03070402050302030203" pitchFamily="66" charset="0"/>
              </a:rPr>
              <a:t>Why</a:t>
            </a:r>
            <a:r>
              <a:rPr lang="en-US" sz="2400" dirty="0">
                <a:solidFill>
                  <a:srgbClr val="FF0000"/>
                </a:solidFill>
                <a:latin typeface="Bradley Hand ITC" panose="03070402050302030203" pitchFamily="66" charset="0"/>
              </a:rPr>
              <a:t> :-</a:t>
            </a:r>
          </a:p>
        </p:txBody>
      </p:sp>
      <p:pic>
        <p:nvPicPr>
          <p:cNvPr id="16" name="Picture 15">
            <a:extLst>
              <a:ext uri="{FF2B5EF4-FFF2-40B4-BE49-F238E27FC236}">
                <a16:creationId xmlns:a16="http://schemas.microsoft.com/office/drawing/2014/main" id="{8517496C-9931-4CA7-BC13-1C2D550645D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rot="10800000">
            <a:off x="10498059" y="5164059"/>
            <a:ext cx="1693941" cy="1693941"/>
          </a:xfrm>
          <a:prstGeom prst="rect">
            <a:avLst/>
          </a:prstGeom>
        </p:spPr>
      </p:pic>
      <p:pic>
        <p:nvPicPr>
          <p:cNvPr id="24" name="Picture 23">
            <a:extLst>
              <a:ext uri="{FF2B5EF4-FFF2-40B4-BE49-F238E27FC236}">
                <a16:creationId xmlns:a16="http://schemas.microsoft.com/office/drawing/2014/main" id="{8D2C0D67-C5A2-4BBA-9983-2569BB3737DD}"/>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rot="10800000">
            <a:off x="10469180" y="0"/>
            <a:ext cx="1751697" cy="1745878"/>
          </a:xfrm>
          <a:prstGeom prst="rect">
            <a:avLst/>
          </a:prstGeom>
        </p:spPr>
      </p:pic>
      <p:pic>
        <p:nvPicPr>
          <p:cNvPr id="26" name="Picture 25">
            <a:extLst>
              <a:ext uri="{FF2B5EF4-FFF2-40B4-BE49-F238E27FC236}">
                <a16:creationId xmlns:a16="http://schemas.microsoft.com/office/drawing/2014/main" id="{FDADE482-B12A-41CA-A4F1-5A16B769628F}"/>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5173627" y="3009651"/>
            <a:ext cx="6858000" cy="6858000"/>
          </a:xfrm>
          <a:prstGeom prst="rect">
            <a:avLst/>
          </a:prstGeom>
          <a:effectLst>
            <a:outerShdw dist="50800" dir="5400000" algn="ctr" rotWithShape="0">
              <a:srgbClr val="000000">
                <a:alpha val="43137"/>
              </a:srgbClr>
            </a:outerShdw>
            <a:reflection stA="45000" endPos="0" dist="50800" dir="5400000" sy="-100000" algn="bl" rotWithShape="0"/>
          </a:effectLst>
        </p:spPr>
      </p:pic>
      <p:pic>
        <p:nvPicPr>
          <p:cNvPr id="28" name="Picture 27">
            <a:extLst>
              <a:ext uri="{FF2B5EF4-FFF2-40B4-BE49-F238E27FC236}">
                <a16:creationId xmlns:a16="http://schemas.microsoft.com/office/drawing/2014/main" id="{F3480D16-13EA-4D9B-BFF9-5F2816455F4D}"/>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73" y="-2856"/>
            <a:ext cx="1693941" cy="1693941"/>
          </a:xfrm>
          <a:prstGeom prst="rect">
            <a:avLst/>
          </a:prstGeom>
        </p:spPr>
      </p:pic>
      <p:sp>
        <p:nvSpPr>
          <p:cNvPr id="32" name="TextBox 31">
            <a:extLst>
              <a:ext uri="{FF2B5EF4-FFF2-40B4-BE49-F238E27FC236}">
                <a16:creationId xmlns:a16="http://schemas.microsoft.com/office/drawing/2014/main" id="{D8509C05-9E53-4D68-84A4-F4D8E180AE98}"/>
              </a:ext>
            </a:extLst>
          </p:cNvPr>
          <p:cNvSpPr txBox="1"/>
          <p:nvPr/>
        </p:nvSpPr>
        <p:spPr>
          <a:xfrm>
            <a:off x="8936057" y="613867"/>
            <a:ext cx="2733776" cy="1077218"/>
          </a:xfrm>
          <a:prstGeom prst="rect">
            <a:avLst/>
          </a:prstGeom>
          <a:noFill/>
          <a:ln w="6350" cmpd="dbl">
            <a:solidFill>
              <a:schemeClr val="tx1"/>
            </a:solidFill>
            <a:prstDash val="dash"/>
          </a:ln>
        </p:spPr>
        <p:txBody>
          <a:bodyPr wrap="square" rtlCol="0">
            <a:spAutoFit/>
          </a:bodyPr>
          <a:lstStyle/>
          <a:p>
            <a:pPr algn="ctr"/>
            <a:r>
              <a:rPr lang="en-US" sz="3200" u="dotted" dirty="0">
                <a:ln>
                  <a:solidFill>
                    <a:srgbClr val="FF0000"/>
                  </a:solidFill>
                </a:ln>
                <a:solidFill>
                  <a:srgbClr val="00B050">
                    <a:alpha val="88000"/>
                  </a:srgbClr>
                </a:solidFill>
              </a:rPr>
              <a:t>𝓐𝖈𝖙𝖎𝖛𝖎𝖙𝖎𝖊𝖘 𝕭𝖊𝖎𝖓𝖌 𝐇𝖊𝖑𝖉 :-</a:t>
            </a:r>
          </a:p>
        </p:txBody>
      </p:sp>
      <p:sp>
        <p:nvSpPr>
          <p:cNvPr id="34" name="Rectangle 2">
            <a:extLst>
              <a:ext uri="{FF2B5EF4-FFF2-40B4-BE49-F238E27FC236}">
                <a16:creationId xmlns:a16="http://schemas.microsoft.com/office/drawing/2014/main" id="{CC268D24-A5DF-4EFF-B9A9-4EA9E8AED2BB}"/>
              </a:ext>
            </a:extLst>
          </p:cNvPr>
          <p:cNvSpPr>
            <a:spLocks noChangeArrowheads="1"/>
          </p:cNvSpPr>
          <p:nvPr/>
        </p:nvSpPr>
        <p:spPr bwMode="auto">
          <a:xfrm>
            <a:off x="8691455" y="1839410"/>
            <a:ext cx="3046132" cy="4493538"/>
          </a:xfrm>
          <a:prstGeom prst="rect">
            <a:avLst/>
          </a:prstGeom>
          <a:noFill/>
          <a:ln w="9525" cmpd="dbl">
            <a:solidFill>
              <a:schemeClr val="tx1">
                <a:alpha val="78000"/>
              </a:schemeClr>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ctr" eaLnBrk="0" fontAlgn="base" hangingPunct="0">
              <a:spcBef>
                <a:spcPct val="0"/>
              </a:spcBef>
              <a:spcAft>
                <a:spcPct val="0"/>
              </a:spcAft>
              <a:buFont typeface="+mj-lt"/>
              <a:buAutoNum type="romanLcPeriod"/>
            </a:pPr>
            <a:r>
              <a:rPr kumimoji="0" lang="en-US" altLang="en-US" sz="1100" b="1" i="0" u="none" strike="noStrike" cap="none" normalizeH="0" baseline="0" dirty="0">
                <a:ln>
                  <a:noFill/>
                </a:ln>
                <a:solidFill>
                  <a:schemeClr val="tx1"/>
                </a:solidFill>
                <a:effectLst/>
                <a:latin typeface="+mj-lt"/>
              </a:rPr>
              <a:t>𝔽𝕦𝕟 𝔸𝕔𝕥𝕚𝕧𝕚𝕥𝕚𝕖𝕤 𝕒𝕟𝕕 𝔾𝕒𝕞𝕖𝕤:</a:t>
            </a:r>
            <a:br>
              <a:rPr kumimoji="0" lang="en-US" altLang="en-US" sz="1100"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𝕆𝕣𝕘𝕒𝕟𝕚𝕫𝕚𝕟𝕘 𝕚𝕟𝕥𝕖𝕣𝕒𝕔𝕥𝕚𝕧𝕖 𝕘𝕒𝕞𝕖𝕤 𝕒𝕟𝕕 𝕒𝕔𝕥𝕚𝕧𝕚𝕥𝕚𝕖𝕤 𝕥𝕠 𝕖𝕟𝕘𝕒𝕘𝕖 𝕔𝕙𝕚𝕝𝕕𝕣𝕖𝕟 𝕒𝕟𝕕 𝕞𝕒𝕜𝕖 𝕥𝕙𝕖 𝕕𝕒𝕪 𝕝𝕚𝕧𝕖𝕝𝕪 𝕒𝕟𝕕 𝕞𝕖𝕞𝕠𝕣𝕒𝕓𝕝𝕖. </a:t>
            </a:r>
          </a:p>
          <a:p>
            <a:pPr marL="285750" lvl="0" indent="-285750" algn="ctr" eaLnBrk="0" fontAlgn="base" hangingPunct="0">
              <a:spcBef>
                <a:spcPct val="0"/>
              </a:spcBef>
              <a:spcAft>
                <a:spcPct val="0"/>
              </a:spcAft>
              <a:buFont typeface="+mj-lt"/>
              <a:buAutoNum type="romanLcPeriod"/>
            </a:pPr>
            <a:r>
              <a:rPr kumimoji="0" lang="en-US" altLang="en-US" sz="1100" b="1" i="0" u="none" strike="noStrike" cap="none" normalizeH="0" baseline="0" dirty="0">
                <a:ln>
                  <a:noFill/>
                </a:ln>
                <a:solidFill>
                  <a:schemeClr val="tx1"/>
                </a:solidFill>
                <a:effectLst/>
                <a:latin typeface="+mj-lt"/>
              </a:rPr>
              <a:t>ℂ𝕠𝕞𝕡𝕖𝕥𝕚𝕥𝕚𝕠𝕟𝕤:</a:t>
            </a:r>
            <a:br>
              <a:rPr kumimoji="0" lang="en-US" altLang="en-US" sz="1100"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𝕋𝕒𝕝𝕖𝕟𝕥 𝕤𝕙𝕠𝕨𝕤, 𝕕𝕣𝕒𝕨𝕚𝕟𝕘 𝕔𝕠𝕟𝕥𝕖𝕤𝕥𝕤, 𝕒𝕟𝕕 𝕠𝕥𝕙𝕖𝕣 𝕔𝕠𝕞𝕡𝕖𝕥𝕚𝕥𝕚𝕠𝕟𝕤 𝕥𝕠 𝕖𝕟𝕔𝕠𝕦𝕣𝕒𝕘𝕖 𝕔𝕣𝕖𝕒𝕥𝕚𝕧𝕚𝕥𝕪 𝕒𝕟𝕕 𝕤𝕜𝕚𝕝𝕝-𝕓𝕦𝕚𝕝𝕕𝕚𝕟𝕘.</a:t>
            </a:r>
          </a:p>
          <a:p>
            <a:pPr marL="285750" lvl="0" indent="-285750" algn="ctr" eaLnBrk="0" fontAlgn="base" hangingPunct="0">
              <a:spcBef>
                <a:spcPct val="0"/>
              </a:spcBef>
              <a:spcAft>
                <a:spcPct val="0"/>
              </a:spcAft>
              <a:buFont typeface="+mj-lt"/>
              <a:buAutoNum type="romanLcPeriod"/>
            </a:pPr>
            <a:r>
              <a:rPr kumimoji="0" lang="en-US" altLang="en-US" sz="1100" b="1" i="0" u="none" strike="noStrike" cap="none" normalizeH="0" baseline="0" dirty="0">
                <a:ln>
                  <a:noFill/>
                </a:ln>
                <a:solidFill>
                  <a:schemeClr val="tx1"/>
                </a:solidFill>
                <a:effectLst/>
                <a:latin typeface="+mj-lt"/>
              </a:rPr>
              <a:t> ℂ𝕦𝕝𝕥𝕦𝕣𝕒𝕝 ℙ𝕣𝕠𝕘𝕣𝕒𝕞𝕤:</a:t>
            </a:r>
            <a:br>
              <a:rPr kumimoji="0" lang="en-US" altLang="en-US" sz="1100" b="1"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𝔻𝕒𝕟𝕔𝕖, 𝕞𝕦𝕤𝕚𝕔, 𝕒𝕟𝕕 𝕕𝕣𝕒𝕞𝕒 𝕡𝕖𝕣𝕗𝕠𝕣𝕞𝕒𝕟𝕔𝕖𝕤 𝕓𝕪 𝕔𝕙𝕚𝕝𝕕𝕣𝕖𝕟 𝕥𝕠 𝕔𝕖𝕝𝕖𝕓𝕣𝕒𝕥𝕖 𝕥𝕙𝕖𝕚𝕣 𝕥𝕒𝕝𝕖𝕟𝕥𝕤 𝕒𝕟𝕕 𝕥𝕖𝕒𝕞𝕨𝕠𝕣𝕜. </a:t>
            </a:r>
          </a:p>
          <a:p>
            <a:pPr marL="285750" lvl="0" indent="-285750" algn="ctr" eaLnBrk="0" fontAlgn="base" hangingPunct="0">
              <a:spcBef>
                <a:spcPct val="0"/>
              </a:spcBef>
              <a:spcAft>
                <a:spcPct val="0"/>
              </a:spcAft>
              <a:buFont typeface="+mj-lt"/>
              <a:buAutoNum type="romanLcPeriod"/>
            </a:pPr>
            <a:r>
              <a:rPr kumimoji="0" lang="en-US" altLang="en-US" sz="1100" b="1" i="0" u="none" strike="noStrike" cap="none" normalizeH="0" baseline="0" dirty="0">
                <a:ln>
                  <a:noFill/>
                </a:ln>
                <a:solidFill>
                  <a:schemeClr val="tx1"/>
                </a:solidFill>
                <a:effectLst/>
                <a:latin typeface="+mj-lt"/>
              </a:rPr>
              <a:t>𝕊𝕥𝕠𝕣𝕪𝕥𝕖𝕝𝕝𝕚𝕟𝕘 𝕊𝕖𝕤𝕤𝕚𝕠𝕟𝕤:</a:t>
            </a:r>
            <a:br>
              <a:rPr kumimoji="0" lang="en-US" altLang="en-US" sz="1100" b="1"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𝔼𝕟𝕘𝕒𝕘𝕚𝕟𝕘 𝕤𝕥𝕠𝕣𝕪𝕥𝕖𝕝𝕝𝕚𝕟𝕘 𝕤𝕖𝕤𝕤𝕚𝕠𝕟𝕤 𝕥𝕙𝕒𝕥 𝕖𝕟𝕥𝕖𝕣𝕥𝕒𝕚𝕟 𝕒𝕟𝕕 𝕖𝕕𝕦𝕔𝕒𝕥𝕖, 𝕖𝕞𝕡𝕙𝕒𝕤𝕚𝕫𝕚𝕟𝕘 𝕞𝕠𝕣𝕒𝕝 𝕧𝕒𝕝𝕦𝕖𝕤 𝕒𝕟𝕕 𝕗𝕦𝕟 𝕝𝕖𝕒𝕣𝕟𝕚𝕟𝕘.</a:t>
            </a:r>
          </a:p>
          <a:p>
            <a:pPr marL="285750" lvl="0" indent="-285750" algn="ctr" eaLnBrk="0" fontAlgn="base" hangingPunct="0">
              <a:spcBef>
                <a:spcPct val="0"/>
              </a:spcBef>
              <a:spcAft>
                <a:spcPct val="0"/>
              </a:spcAft>
              <a:buFont typeface="+mj-lt"/>
              <a:buAutoNum type="romanLcPeriod"/>
            </a:pPr>
            <a:r>
              <a:rPr kumimoji="0" lang="en-US" altLang="en-US" sz="1100" b="1" i="0" u="none" strike="noStrike" cap="none" normalizeH="0" baseline="0" dirty="0">
                <a:ln>
                  <a:noFill/>
                </a:ln>
                <a:solidFill>
                  <a:schemeClr val="tx1"/>
                </a:solidFill>
                <a:effectLst/>
                <a:latin typeface="+mj-lt"/>
              </a:rPr>
              <a:t> 𝔾𝕚𝕗𝕥𝕤 𝕒𝕟𝕕 𝕋𝕣𝕖𝕒𝕥𝕤:</a:t>
            </a:r>
            <a:br>
              <a:rPr kumimoji="0" lang="en-US" altLang="en-US" sz="1100" b="1"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𝔻𝕚𝕤𝕥𝕣𝕚𝕓𝕦𝕥𝕚𝕟𝕘 𝕤𝕞𝕒𝕝𝕝 𝕘𝕚𝕗𝕥𝕤, 𝕥𝕣𝕖𝕒𝕥𝕤, 𝕠𝕣 𝕘𝕠𝕠𝕕𝕪 𝕓𝕒𝕘𝕤 𝕒𝕤 𝕥𝕠𝕜𝕖𝕟𝕤 𝕠𝕗 𝕝𝕠𝕧𝕖 𝕒𝕟𝕕 𝕒𝕡𝕡𝕣𝕖𝕔𝕚𝕒𝕥𝕚𝕠𝕟 𝕗𝕠𝕣 𝕥𝕙𝕖 𝕔𝕙𝕚𝕝𝕕𝕣𝕖𝕟. ℂ𝕠𝕞𝕞𝕦𝕟𝕚𝕥𝕪</a:t>
            </a:r>
          </a:p>
          <a:p>
            <a:pPr marL="285750" lvl="0" indent="-285750" algn="ctr" eaLnBrk="0" fontAlgn="base" hangingPunct="0">
              <a:spcBef>
                <a:spcPct val="0"/>
              </a:spcBef>
              <a:spcAft>
                <a:spcPct val="0"/>
              </a:spcAft>
              <a:buFont typeface="+mj-lt"/>
              <a:buAutoNum type="romanLcPeriod"/>
            </a:pPr>
            <a:r>
              <a:rPr kumimoji="0" lang="en-US" altLang="en-US" sz="1100" i="0" u="none" strike="noStrike" cap="none" normalizeH="0" baseline="0" dirty="0">
                <a:ln>
                  <a:noFill/>
                </a:ln>
                <a:solidFill>
                  <a:schemeClr val="tx1"/>
                </a:solidFill>
                <a:effectLst/>
                <a:latin typeface="+mj-lt"/>
              </a:rPr>
              <a:t> </a:t>
            </a:r>
            <a:r>
              <a:rPr kumimoji="0" lang="en-US" altLang="en-US" sz="1100" b="1" i="0" u="none" strike="noStrike" cap="none" normalizeH="0" baseline="0" dirty="0">
                <a:ln>
                  <a:noFill/>
                </a:ln>
                <a:solidFill>
                  <a:schemeClr val="tx1"/>
                </a:solidFill>
                <a:effectLst/>
                <a:latin typeface="+mj-lt"/>
              </a:rPr>
              <a:t>𝕀𝕟𝕧𝕠𝕝𝕧𝕖𝕞𝕖𝕟𝕥:</a:t>
            </a:r>
            <a:br>
              <a:rPr kumimoji="0" lang="en-US" altLang="en-US" sz="1100" i="0" u="none" strike="noStrike" cap="none" normalizeH="0" baseline="0" dirty="0">
                <a:ln>
                  <a:noFill/>
                </a:ln>
                <a:solidFill>
                  <a:schemeClr val="tx1"/>
                </a:solidFill>
                <a:effectLst/>
                <a:latin typeface="+mj-lt"/>
              </a:rPr>
            </a:br>
            <a:r>
              <a:rPr kumimoji="0" lang="en-US" altLang="en-US" sz="1100" i="0" u="none" strike="noStrike" cap="none" normalizeH="0" baseline="0" dirty="0">
                <a:ln>
                  <a:noFill/>
                </a:ln>
                <a:solidFill>
                  <a:schemeClr val="tx1"/>
                </a:solidFill>
                <a:effectLst/>
                <a:latin typeface="+mj-lt"/>
              </a:rPr>
              <a:t>𝕀𝕟𝕧𝕚𝕥𝕚𝕟𝕘 𝕡𝕒𝕣𝕖𝕟𝕥𝕤, 𝕥𝕖𝕒𝕔𝕙𝕖𝕣𝕤, 𝕒𝕟𝕕 𝕔𝕠𝕞𝕞𝕦𝕟𝕚𝕥𝕪 𝕞𝕖𝕞𝕓𝕖𝕣𝕤 𝕥𝕠 𝕡𝕒𝕣𝕥𝕚𝕔𝕚𝕡𝕒𝕥𝕖, 𝕤𝕥𝕣𝕖𝕟𝕘𝕥𝕙𝕖𝕟𝕚𝕟𝕘 𝕓𝕠𝕟𝕕𝕤 𝕒𝕟𝕕 𝕤𝕙𝕒𝕣𝕖𝕕 𝕛𝕠𝕪.</a:t>
            </a:r>
            <a:endParaRPr kumimoji="0" lang="en-US" altLang="en-US" sz="1200" i="0" u="none" strike="noStrike" cap="none" normalizeH="0" baseline="0" dirty="0">
              <a:ln>
                <a:noFill/>
              </a:ln>
              <a:solidFill>
                <a:schemeClr val="tx1"/>
              </a:solidFill>
              <a:effectLst/>
              <a:latin typeface="+mj-lt"/>
            </a:endParaRPr>
          </a:p>
        </p:txBody>
      </p:sp>
      <p:sp>
        <p:nvSpPr>
          <p:cNvPr id="35" name="TextBox 34">
            <a:extLst>
              <a:ext uri="{FF2B5EF4-FFF2-40B4-BE49-F238E27FC236}">
                <a16:creationId xmlns:a16="http://schemas.microsoft.com/office/drawing/2014/main" id="{24774939-6650-4DFD-8A5D-A0AFE791A014}"/>
              </a:ext>
            </a:extLst>
          </p:cNvPr>
          <p:cNvSpPr txBox="1"/>
          <p:nvPr/>
        </p:nvSpPr>
        <p:spPr>
          <a:xfrm>
            <a:off x="6771736" y="1259457"/>
            <a:ext cx="184731" cy="369332"/>
          </a:xfrm>
          <a:prstGeom prst="rect">
            <a:avLst/>
          </a:prstGeom>
          <a:noFill/>
        </p:spPr>
        <p:txBody>
          <a:bodyPr wrap="none" rtlCol="0">
            <a:spAutoFit/>
          </a:bodyPr>
          <a:lstStyle/>
          <a:p>
            <a:endParaRPr lang="en-US"/>
          </a:p>
        </p:txBody>
      </p:sp>
      <p:grpSp>
        <p:nvGrpSpPr>
          <p:cNvPr id="46" name="Group 45">
            <a:extLst>
              <a:ext uri="{FF2B5EF4-FFF2-40B4-BE49-F238E27FC236}">
                <a16:creationId xmlns:a16="http://schemas.microsoft.com/office/drawing/2014/main" id="{AD52AE99-0100-4198-8A12-195E8EE299F6}"/>
              </a:ext>
            </a:extLst>
          </p:cNvPr>
          <p:cNvGrpSpPr/>
          <p:nvPr/>
        </p:nvGrpSpPr>
        <p:grpSpPr>
          <a:xfrm>
            <a:off x="4079260" y="384713"/>
            <a:ext cx="4669876" cy="2305293"/>
            <a:chOff x="4079260" y="246140"/>
            <a:chExt cx="4669876" cy="2305293"/>
          </a:xfrm>
        </p:grpSpPr>
        <p:sp>
          <p:nvSpPr>
            <p:cNvPr id="3" name="TextBox 2">
              <a:extLst>
                <a:ext uri="{FF2B5EF4-FFF2-40B4-BE49-F238E27FC236}">
                  <a16:creationId xmlns:a16="http://schemas.microsoft.com/office/drawing/2014/main" id="{12F1C8F7-7F8D-4167-BCFE-2704929EF3EE}"/>
                </a:ext>
              </a:extLst>
            </p:cNvPr>
            <p:cNvSpPr txBox="1"/>
            <p:nvPr/>
          </p:nvSpPr>
          <p:spPr>
            <a:xfrm>
              <a:off x="4266181" y="246140"/>
              <a:ext cx="3344176" cy="584775"/>
            </a:xfrm>
            <a:prstGeom prst="rect">
              <a:avLst/>
            </a:prstGeom>
            <a:noFill/>
          </p:spPr>
          <p:txBody>
            <a:bodyPr wrap="square" rtlCol="0">
              <a:spAutoFit/>
            </a:bodyPr>
            <a:lstStyle/>
            <a:p>
              <a:r>
                <a:rPr lang="en-US" sz="3200" dirty="0">
                  <a:latin typeface="Castellar" panose="020A0402060406010301" pitchFamily="18" charset="0"/>
                </a:rPr>
                <a:t>Happy</a:t>
              </a:r>
              <a:endParaRPr lang="en-US" dirty="0">
                <a:latin typeface="Castellar" panose="020A0402060406010301" pitchFamily="18" charset="0"/>
              </a:endParaRPr>
            </a:p>
          </p:txBody>
        </p:sp>
        <p:grpSp>
          <p:nvGrpSpPr>
            <p:cNvPr id="7" name="Group 6">
              <a:extLst>
                <a:ext uri="{FF2B5EF4-FFF2-40B4-BE49-F238E27FC236}">
                  <a16:creationId xmlns:a16="http://schemas.microsoft.com/office/drawing/2014/main" id="{46482E0C-10A0-4C3D-8A1A-87BC477F76FD}"/>
                </a:ext>
              </a:extLst>
            </p:cNvPr>
            <p:cNvGrpSpPr/>
            <p:nvPr/>
          </p:nvGrpSpPr>
          <p:grpSpPr>
            <a:xfrm>
              <a:off x="4079260" y="600669"/>
              <a:ext cx="4669876" cy="1686907"/>
              <a:chOff x="4045552" y="553702"/>
              <a:chExt cx="4669876" cy="1686907"/>
            </a:xfrm>
          </p:grpSpPr>
          <p:sp>
            <p:nvSpPr>
              <p:cNvPr id="19" name="TextBox 18">
                <a:extLst>
                  <a:ext uri="{FF2B5EF4-FFF2-40B4-BE49-F238E27FC236}">
                    <a16:creationId xmlns:a16="http://schemas.microsoft.com/office/drawing/2014/main" id="{85BFBA52-43D6-410B-AF6B-B6F3F97CA788}"/>
                  </a:ext>
                </a:extLst>
              </p:cNvPr>
              <p:cNvSpPr txBox="1"/>
              <p:nvPr/>
            </p:nvSpPr>
            <p:spPr>
              <a:xfrm>
                <a:off x="4734281" y="553702"/>
                <a:ext cx="3502761" cy="1569660"/>
              </a:xfrm>
              <a:prstGeom prst="rect">
                <a:avLst/>
              </a:prstGeom>
              <a:noFill/>
            </p:spPr>
            <p:txBody>
              <a:bodyPr wrap="square" rtlCol="0">
                <a:spAutoFit/>
              </a:bodyPr>
              <a:lstStyle/>
              <a:p>
                <a:r>
                  <a:rPr lang="en-US" sz="9600" b="1" dirty="0">
                    <a:ln w="19050">
                      <a:solidFill>
                        <a:schemeClr val="bg1">
                          <a:lumMod val="50000"/>
                        </a:schemeClr>
                      </a:solidFill>
                    </a:ln>
                    <a:solidFill>
                      <a:schemeClr val="bg1"/>
                    </a:solidFill>
                    <a:latin typeface="Castellar" panose="020A0402060406010301" pitchFamily="18" charset="0"/>
                  </a:rPr>
                  <a:t>DAY</a:t>
                </a:r>
                <a:endParaRPr lang="en-US" sz="3200" b="1" dirty="0">
                  <a:ln w="19050">
                    <a:solidFill>
                      <a:schemeClr val="bg1">
                        <a:lumMod val="50000"/>
                      </a:schemeClr>
                    </a:solidFill>
                  </a:ln>
                  <a:solidFill>
                    <a:schemeClr val="bg1"/>
                  </a:solidFill>
                  <a:latin typeface="Castellar" panose="020A0402060406010301" pitchFamily="18" charset="0"/>
                </a:endParaRPr>
              </a:p>
            </p:txBody>
          </p:sp>
          <p:sp>
            <p:nvSpPr>
              <p:cNvPr id="18" name="TextBox 17">
                <a:extLst>
                  <a:ext uri="{FF2B5EF4-FFF2-40B4-BE49-F238E27FC236}">
                    <a16:creationId xmlns:a16="http://schemas.microsoft.com/office/drawing/2014/main" id="{E2637898-BCD0-4474-B107-A0A62DD17F87}"/>
                  </a:ext>
                </a:extLst>
              </p:cNvPr>
              <p:cNvSpPr txBox="1"/>
              <p:nvPr/>
            </p:nvSpPr>
            <p:spPr>
              <a:xfrm>
                <a:off x="4045552" y="775031"/>
                <a:ext cx="4669876" cy="1200329"/>
              </a:xfrm>
              <a:prstGeom prst="rect">
                <a:avLst/>
              </a:prstGeom>
              <a:noFill/>
            </p:spPr>
            <p:txBody>
              <a:bodyPr wrap="square" rtlCol="0">
                <a:spAutoFit/>
              </a:bodyPr>
              <a:lstStyle/>
              <a:p>
                <a:r>
                  <a:rPr lang="en-US" sz="7200" b="1" dirty="0">
                    <a:ln w="6600">
                      <a:gradFill>
                        <a:gsLst>
                          <a:gs pos="96000">
                            <a:srgbClr val="D1C9ED">
                              <a:alpha val="0"/>
                            </a:srgbClr>
                          </a:gs>
                          <a:gs pos="33617">
                            <a:srgbClr val="EBA9ED"/>
                          </a:gs>
                          <a:gs pos="52200">
                            <a:srgbClr val="E1B5ED"/>
                          </a:gs>
                          <a:gs pos="0">
                            <a:srgbClr val="FD93EE"/>
                          </a:gs>
                          <a:gs pos="100000">
                            <a:schemeClr val="accent1">
                              <a:lumMod val="30000"/>
                              <a:lumOff val="70000"/>
                            </a:schemeClr>
                          </a:gs>
                        </a:gsLst>
                        <a:lin ang="5400000" scaled="1"/>
                      </a:gradFill>
                      <a:prstDash val="solid"/>
                    </a:ln>
                    <a:gradFill>
                      <a:gsLst>
                        <a:gs pos="81406">
                          <a:srgbClr val="D1C9ED">
                            <a:alpha val="0"/>
                          </a:srgbClr>
                        </a:gs>
                        <a:gs pos="33617">
                          <a:srgbClr val="EBA9ED"/>
                        </a:gs>
                        <a:gs pos="52200">
                          <a:srgbClr val="E1B5ED"/>
                        </a:gs>
                        <a:gs pos="0">
                          <a:srgbClr val="FD93EE"/>
                        </a:gs>
                        <a:gs pos="100000">
                          <a:schemeClr val="accent1">
                            <a:lumMod val="30000"/>
                            <a:lumOff val="70000"/>
                          </a:schemeClr>
                        </a:gs>
                      </a:gsLst>
                      <a:lin ang="5400000" scaled="1"/>
                    </a:gradFill>
                    <a:effectLst>
                      <a:outerShdw dist="38100" dir="2700000" algn="tl" rotWithShape="0">
                        <a:schemeClr val="accent2"/>
                      </a:outerShdw>
                    </a:effectLst>
                    <a:latin typeface="MV Boli" panose="02000500030200090000" pitchFamily="2" charset="0"/>
                    <a:cs typeface="+mj-cs"/>
                  </a:rPr>
                  <a:t>Children’s</a:t>
                </a:r>
                <a:endParaRPr lang="en-US" sz="2800" b="1" dirty="0">
                  <a:ln w="6600">
                    <a:gradFill>
                      <a:gsLst>
                        <a:gs pos="96000">
                          <a:srgbClr val="D1C9ED">
                            <a:alpha val="0"/>
                          </a:srgbClr>
                        </a:gs>
                        <a:gs pos="33617">
                          <a:srgbClr val="EBA9ED"/>
                        </a:gs>
                        <a:gs pos="52200">
                          <a:srgbClr val="E1B5ED"/>
                        </a:gs>
                        <a:gs pos="0">
                          <a:srgbClr val="FD93EE"/>
                        </a:gs>
                        <a:gs pos="100000">
                          <a:schemeClr val="accent1">
                            <a:lumMod val="30000"/>
                            <a:lumOff val="70000"/>
                          </a:schemeClr>
                        </a:gs>
                      </a:gsLst>
                      <a:lin ang="5400000" scaled="1"/>
                    </a:gradFill>
                    <a:prstDash val="solid"/>
                  </a:ln>
                  <a:gradFill>
                    <a:gsLst>
                      <a:gs pos="81406">
                        <a:srgbClr val="D1C9ED">
                          <a:alpha val="0"/>
                        </a:srgbClr>
                      </a:gs>
                      <a:gs pos="33617">
                        <a:srgbClr val="EBA9ED"/>
                      </a:gs>
                      <a:gs pos="52200">
                        <a:srgbClr val="E1B5ED"/>
                      </a:gs>
                      <a:gs pos="0">
                        <a:srgbClr val="FD93EE"/>
                      </a:gs>
                      <a:gs pos="100000">
                        <a:schemeClr val="accent1">
                          <a:lumMod val="30000"/>
                          <a:lumOff val="70000"/>
                        </a:schemeClr>
                      </a:gs>
                    </a:gsLst>
                    <a:lin ang="5400000" scaled="1"/>
                  </a:gradFill>
                  <a:effectLst>
                    <a:outerShdw dist="38100" dir="2700000" algn="tl" rotWithShape="0">
                      <a:schemeClr val="accent2"/>
                    </a:outerShdw>
                  </a:effectLst>
                  <a:latin typeface="MV Boli" panose="02000500030200090000" pitchFamily="2" charset="0"/>
                  <a:cs typeface="+mj-cs"/>
                </a:endParaRPr>
              </a:p>
            </p:txBody>
          </p:sp>
          <p:sp>
            <p:nvSpPr>
              <p:cNvPr id="20" name="TextBox 19">
                <a:extLst>
                  <a:ext uri="{FF2B5EF4-FFF2-40B4-BE49-F238E27FC236}">
                    <a16:creationId xmlns:a16="http://schemas.microsoft.com/office/drawing/2014/main" id="{BC17F79E-C18C-432D-A486-3B118348BE2B}"/>
                  </a:ext>
                </a:extLst>
              </p:cNvPr>
              <p:cNvSpPr txBox="1"/>
              <p:nvPr/>
            </p:nvSpPr>
            <p:spPr>
              <a:xfrm>
                <a:off x="4323062" y="1717389"/>
                <a:ext cx="4014451" cy="523220"/>
              </a:xfrm>
              <a:prstGeom prst="rect">
                <a:avLst/>
              </a:prstGeom>
              <a:noFill/>
            </p:spPr>
            <p:txBody>
              <a:bodyPr wrap="square" rtlCol="0">
                <a:spAutoFit/>
              </a:bodyPr>
              <a:lstStyle/>
              <a:p>
                <a:r>
                  <a:rPr lang="en-US" sz="2400" b="1" dirty="0">
                    <a:ln w="6600">
                      <a:solidFill>
                        <a:schemeClr val="accent2"/>
                      </a:solidFill>
                      <a:prstDash val="solid"/>
                    </a:ln>
                    <a:solidFill>
                      <a:srgbClr val="FFFFFF"/>
                    </a:solidFill>
                    <a:effectLst>
                      <a:outerShdw dist="38100" dir="2700000" algn="tl" rotWithShape="0">
                        <a:schemeClr val="accent2"/>
                      </a:outerShdw>
                    </a:effectLst>
                    <a:latin typeface="Goudy Stout" panose="0202090407030B020401" pitchFamily="18" charset="0"/>
                  </a:rPr>
                  <a:t>-</a:t>
                </a:r>
                <a:r>
                  <a:rPr lang="en-US" sz="2800" b="1" dirty="0">
                    <a:ln w="6600">
                      <a:solidFill>
                        <a:schemeClr val="accent2"/>
                      </a:solidFill>
                      <a:prstDash val="solid"/>
                    </a:ln>
                    <a:solidFill>
                      <a:srgbClr val="FFFFFF"/>
                    </a:solidFill>
                    <a:effectLst>
                      <a:outerShdw dist="38100" dir="2700000" algn="tl" rotWithShape="0">
                        <a:schemeClr val="accent2"/>
                      </a:outerShdw>
                    </a:effectLst>
                    <a:latin typeface="Goudy Stout" panose="0202090407030B020401" pitchFamily="18" charset="0"/>
                  </a:rPr>
                  <a:t>Carnival-</a:t>
                </a:r>
                <a:endParaRPr lang="en-US" dirty="0">
                  <a:latin typeface="Goudy Stout" panose="0202090407030B020401" pitchFamily="18" charset="0"/>
                </a:endParaRPr>
              </a:p>
            </p:txBody>
          </p:sp>
        </p:grpSp>
        <p:sp>
          <p:nvSpPr>
            <p:cNvPr id="4" name="TextBox 3">
              <a:extLst>
                <a:ext uri="{FF2B5EF4-FFF2-40B4-BE49-F238E27FC236}">
                  <a16:creationId xmlns:a16="http://schemas.microsoft.com/office/drawing/2014/main" id="{62AD37DA-5FD1-432D-9342-4708247B9513}"/>
                </a:ext>
              </a:extLst>
            </p:cNvPr>
            <p:cNvSpPr txBox="1"/>
            <p:nvPr/>
          </p:nvSpPr>
          <p:spPr>
            <a:xfrm>
              <a:off x="4975163" y="2212879"/>
              <a:ext cx="2642070" cy="338554"/>
            </a:xfrm>
            <a:prstGeom prst="rect">
              <a:avLst/>
            </a:prstGeom>
            <a:noFill/>
          </p:spPr>
          <p:txBody>
            <a:bodyPr wrap="none" rtlCol="0">
              <a:spAutoFit/>
            </a:bodyPr>
            <a:lstStyle/>
            <a:p>
              <a:r>
                <a:rPr lang="en-US" sz="1600" dirty="0">
                  <a:latin typeface="Arabic Typesetting" panose="03020402040406030203" pitchFamily="66" charset="-78"/>
                  <a:cs typeface="Arabic Typesetting" panose="03020402040406030203" pitchFamily="66" charset="-78"/>
                </a:rPr>
                <a:t>-Conducted and Sponsored by </a:t>
              </a:r>
              <a:r>
                <a:rPr lang="en-US" sz="1600" i="1" dirty="0">
                  <a:latin typeface="Arabic Typesetting" panose="03020402040406030203" pitchFamily="66" charset="-78"/>
                  <a:cs typeface="Arabic Typesetting" panose="03020402040406030203" pitchFamily="66" charset="-78"/>
                </a:rPr>
                <a:t>TiþLi LLC-</a:t>
              </a:r>
            </a:p>
          </p:txBody>
        </p:sp>
        <p:cxnSp>
          <p:nvCxnSpPr>
            <p:cNvPr id="9" name="Straight Connector 8">
              <a:extLst>
                <a:ext uri="{FF2B5EF4-FFF2-40B4-BE49-F238E27FC236}">
                  <a16:creationId xmlns:a16="http://schemas.microsoft.com/office/drawing/2014/main" id="{7E8CD2EE-D3EE-441F-B534-F1EE3DCF3D99}"/>
                </a:ext>
              </a:extLst>
            </p:cNvPr>
            <p:cNvCxnSpPr/>
            <p:nvPr/>
          </p:nvCxnSpPr>
          <p:spPr>
            <a:xfrm>
              <a:off x="4767989" y="2238146"/>
              <a:ext cx="3021664" cy="0"/>
            </a:xfrm>
            <a:prstGeom prst="line">
              <a:avLst/>
            </a:prstGeom>
          </p:spPr>
          <p:style>
            <a:lnRef idx="1">
              <a:schemeClr val="dk1"/>
            </a:lnRef>
            <a:fillRef idx="0">
              <a:schemeClr val="dk1"/>
            </a:fillRef>
            <a:effectRef idx="0">
              <a:schemeClr val="dk1"/>
            </a:effectRef>
            <a:fontRef idx="minor">
              <a:schemeClr val="tx1"/>
            </a:fontRef>
          </p:style>
        </p:cxnSp>
      </p:grpSp>
      <p:grpSp>
        <p:nvGrpSpPr>
          <p:cNvPr id="45" name="Group 44">
            <a:extLst>
              <a:ext uri="{FF2B5EF4-FFF2-40B4-BE49-F238E27FC236}">
                <a16:creationId xmlns:a16="http://schemas.microsoft.com/office/drawing/2014/main" id="{A19C4FBE-9C50-4803-97F4-A6E01CE533E3}"/>
              </a:ext>
            </a:extLst>
          </p:cNvPr>
          <p:cNvGrpSpPr/>
          <p:nvPr/>
        </p:nvGrpSpPr>
        <p:grpSpPr>
          <a:xfrm>
            <a:off x="4656507" y="2807253"/>
            <a:ext cx="3361630" cy="1938992"/>
            <a:chOff x="4654307" y="2608812"/>
            <a:chExt cx="3361630" cy="1938992"/>
          </a:xfrm>
        </p:grpSpPr>
        <p:sp>
          <p:nvSpPr>
            <p:cNvPr id="41" name="Rectangle: Rounded Corners 40">
              <a:extLst>
                <a:ext uri="{FF2B5EF4-FFF2-40B4-BE49-F238E27FC236}">
                  <a16:creationId xmlns:a16="http://schemas.microsoft.com/office/drawing/2014/main" id="{D657CE76-B97C-46D8-8307-E6977D506962}"/>
                </a:ext>
              </a:extLst>
            </p:cNvPr>
            <p:cNvSpPr/>
            <p:nvPr/>
          </p:nvSpPr>
          <p:spPr>
            <a:xfrm>
              <a:off x="4654307" y="2608812"/>
              <a:ext cx="3343776" cy="1876924"/>
            </a:xfrm>
            <a:prstGeom prst="roundRect">
              <a:avLst/>
            </a:prstGeom>
            <a:solidFill>
              <a:schemeClr val="bg1">
                <a:lumMod val="75000"/>
                <a:alpha val="56000"/>
              </a:schemeClr>
            </a:solidFill>
            <a:ln>
              <a:solidFill>
                <a:schemeClr val="tx1"/>
              </a:solid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309212A2-CA5D-484F-BB0D-B4346E9B816A}"/>
                </a:ext>
              </a:extLst>
            </p:cNvPr>
            <p:cNvSpPr txBox="1"/>
            <p:nvPr/>
          </p:nvSpPr>
          <p:spPr>
            <a:xfrm>
              <a:off x="4740914" y="2608812"/>
              <a:ext cx="3246161" cy="1938992"/>
            </a:xfrm>
            <a:prstGeom prst="rect">
              <a:avLst/>
            </a:prstGeom>
            <a:noFill/>
          </p:spPr>
          <p:txBody>
            <a:bodyPr wrap="square" rtlCol="0">
              <a:spAutoFit/>
            </a:bodyPr>
            <a:lstStyle/>
            <a:p>
              <a:pPr algn="ctr"/>
              <a:r>
                <a:rPr lang="en-US" sz="1200" b="1" dirty="0">
                  <a:ln w="3175">
                    <a:solidFill>
                      <a:schemeClr val="tx1">
                        <a:alpha val="72000"/>
                      </a:schemeClr>
                    </a:solidFill>
                  </a:ln>
                  <a:solidFill>
                    <a:srgbClr val="92D050"/>
                  </a:solidFill>
                  <a:latin typeface="Goudy Stout" panose="0202090407030B020401" pitchFamily="18" charset="0"/>
                </a:rPr>
                <a:t>"Every child i</a:t>
              </a:r>
              <a:r>
                <a:rPr lang="en-US" sz="1400" b="1" dirty="0">
                  <a:ln w="3175">
                    <a:solidFill>
                      <a:schemeClr val="tx1">
                        <a:alpha val="72000"/>
                      </a:schemeClr>
                    </a:solidFill>
                  </a:ln>
                  <a:solidFill>
                    <a:srgbClr val="92D050"/>
                  </a:solidFill>
                  <a:latin typeface="Cooper Black" panose="0208090404030B020404" pitchFamily="18" charset="0"/>
                </a:rPr>
                <a:t>S</a:t>
              </a:r>
              <a:r>
                <a:rPr lang="en-US" sz="1200" b="1" dirty="0">
                  <a:ln w="3175">
                    <a:solidFill>
                      <a:schemeClr val="tx1">
                        <a:alpha val="72000"/>
                      </a:schemeClr>
                    </a:solidFill>
                  </a:ln>
                  <a:solidFill>
                    <a:srgbClr val="92D050"/>
                  </a:solidFill>
                  <a:latin typeface="Goudy Stout" panose="0202090407030B020401" pitchFamily="18" charset="0"/>
                </a:rPr>
                <a:t> </a:t>
              </a:r>
              <a:r>
                <a:rPr lang="en-US" sz="1600" b="1" dirty="0">
                  <a:ln w="3175">
                    <a:solidFill>
                      <a:schemeClr val="tx1">
                        <a:alpha val="72000"/>
                      </a:schemeClr>
                    </a:solidFill>
                  </a:ln>
                  <a:solidFill>
                    <a:srgbClr val="92D050"/>
                  </a:solidFill>
                  <a:latin typeface="Cooper Black" panose="0208090404030B020404" pitchFamily="18" charset="0"/>
                </a:rPr>
                <a:t>A</a:t>
              </a:r>
              <a:r>
                <a:rPr lang="en-US" sz="1200" b="1" dirty="0">
                  <a:ln w="3175">
                    <a:solidFill>
                      <a:schemeClr val="tx1">
                        <a:alpha val="72000"/>
                      </a:schemeClr>
                    </a:solidFill>
                  </a:ln>
                  <a:solidFill>
                    <a:srgbClr val="92D050"/>
                  </a:solidFill>
                  <a:latin typeface="Goudy Stout" panose="0202090407030B020401" pitchFamily="18" charset="0"/>
                </a:rPr>
                <a:t> </a:t>
              </a:r>
              <a:r>
                <a:rPr lang="en-US" sz="1600" b="1" dirty="0">
                  <a:ln w="3175">
                    <a:solidFill>
                      <a:schemeClr val="tx1">
                        <a:alpha val="72000"/>
                      </a:schemeClr>
                    </a:solidFill>
                  </a:ln>
                  <a:solidFill>
                    <a:srgbClr val="92D050"/>
                  </a:solidFill>
                  <a:latin typeface="Cooper Black" panose="0208090404030B020404" pitchFamily="18" charset="0"/>
                </a:rPr>
                <a:t>D</a:t>
              </a:r>
              <a:r>
                <a:rPr lang="en-US" sz="1200" b="1" dirty="0">
                  <a:ln w="3175">
                    <a:solidFill>
                      <a:schemeClr val="tx1">
                        <a:alpha val="72000"/>
                      </a:schemeClr>
                    </a:solidFill>
                  </a:ln>
                  <a:solidFill>
                    <a:srgbClr val="92D050"/>
                  </a:solidFill>
                  <a:latin typeface="Goudy Stout" panose="0202090407030B020401" pitchFamily="18" charset="0"/>
                </a:rPr>
                <a:t>ifferent kind of flower, </a:t>
              </a:r>
              <a:r>
                <a:rPr lang="en-US" sz="1600" b="1" dirty="0">
                  <a:ln w="3175">
                    <a:solidFill>
                      <a:schemeClr val="tx1">
                        <a:alpha val="72000"/>
                      </a:schemeClr>
                    </a:solidFill>
                  </a:ln>
                  <a:solidFill>
                    <a:srgbClr val="92D050"/>
                  </a:solidFill>
                  <a:latin typeface="Cooper Black" panose="0208090404030B020404" pitchFamily="18" charset="0"/>
                </a:rPr>
                <a:t>A</a:t>
              </a:r>
              <a:r>
                <a:rPr lang="en-US" sz="1200" b="1" dirty="0">
                  <a:ln w="3175">
                    <a:solidFill>
                      <a:schemeClr val="tx1">
                        <a:alpha val="72000"/>
                      </a:schemeClr>
                    </a:solidFill>
                  </a:ln>
                  <a:solidFill>
                    <a:srgbClr val="92D050"/>
                  </a:solidFill>
                  <a:latin typeface="Goudy Stout" panose="0202090407030B020401" pitchFamily="18" charset="0"/>
                </a:rPr>
                <a:t>nd together they </a:t>
              </a:r>
              <a:r>
                <a:rPr lang="en-US" sz="1600" b="1" dirty="0">
                  <a:ln w="3175">
                    <a:solidFill>
                      <a:schemeClr val="tx1">
                        <a:alpha val="72000"/>
                      </a:schemeClr>
                    </a:solidFill>
                  </a:ln>
                  <a:solidFill>
                    <a:srgbClr val="92D050"/>
                  </a:solidFill>
                  <a:latin typeface="Cooper Black" panose="0208090404030B020404" pitchFamily="18" charset="0"/>
                </a:rPr>
                <a:t>M</a:t>
              </a:r>
              <a:r>
                <a:rPr lang="en-US" sz="1200" b="1" dirty="0">
                  <a:ln w="3175">
                    <a:solidFill>
                      <a:schemeClr val="tx1">
                        <a:alpha val="72000"/>
                      </a:schemeClr>
                    </a:solidFill>
                  </a:ln>
                  <a:solidFill>
                    <a:srgbClr val="92D050"/>
                  </a:solidFill>
                  <a:latin typeface="Goudy Stout" panose="0202090407030B020401" pitchFamily="18" charset="0"/>
                </a:rPr>
                <a:t>ake this </a:t>
              </a:r>
              <a:r>
                <a:rPr lang="en-US" sz="1600" b="1" dirty="0">
                  <a:ln w="3175">
                    <a:solidFill>
                      <a:schemeClr val="tx1">
                        <a:alpha val="72000"/>
                      </a:schemeClr>
                    </a:solidFill>
                  </a:ln>
                  <a:solidFill>
                    <a:srgbClr val="92D050"/>
                  </a:solidFill>
                  <a:latin typeface="Cooper Black" panose="0208090404030B020404" pitchFamily="18" charset="0"/>
                </a:rPr>
                <a:t>W</a:t>
              </a:r>
              <a:r>
                <a:rPr lang="en-US" sz="1200" b="1" dirty="0">
                  <a:ln w="3175">
                    <a:solidFill>
                      <a:schemeClr val="tx1">
                        <a:alpha val="72000"/>
                      </a:schemeClr>
                    </a:solidFill>
                  </a:ln>
                  <a:solidFill>
                    <a:srgbClr val="92D050"/>
                  </a:solidFill>
                  <a:latin typeface="Goudy Stout" panose="0202090407030B020401" pitchFamily="18" charset="0"/>
                </a:rPr>
                <a:t>orld a </a:t>
              </a:r>
              <a:r>
                <a:rPr lang="en-US" sz="1600" b="1" dirty="0">
                  <a:ln w="3175">
                    <a:solidFill>
                      <a:schemeClr val="tx1">
                        <a:alpha val="72000"/>
                      </a:schemeClr>
                    </a:solidFill>
                  </a:ln>
                  <a:solidFill>
                    <a:srgbClr val="92D050"/>
                  </a:solidFill>
                  <a:latin typeface="Cooper Black" panose="0208090404030B020404" pitchFamily="18" charset="0"/>
                </a:rPr>
                <a:t>B</a:t>
              </a:r>
              <a:r>
                <a:rPr lang="en-US" sz="1200" b="1" dirty="0">
                  <a:ln w="3175">
                    <a:solidFill>
                      <a:schemeClr val="tx1">
                        <a:alpha val="72000"/>
                      </a:schemeClr>
                    </a:solidFill>
                  </a:ln>
                  <a:solidFill>
                    <a:srgbClr val="92D050"/>
                  </a:solidFill>
                  <a:latin typeface="Goudy Stout" panose="0202090407030B020401" pitchFamily="18" charset="0"/>
                </a:rPr>
                <a:t>eautiful </a:t>
              </a:r>
              <a:r>
                <a:rPr lang="en-US" sz="1600" b="1" dirty="0">
                  <a:ln w="3175">
                    <a:solidFill>
                      <a:schemeClr val="tx1">
                        <a:alpha val="72000"/>
                      </a:schemeClr>
                    </a:solidFill>
                  </a:ln>
                  <a:solidFill>
                    <a:srgbClr val="92D050"/>
                  </a:solidFill>
                  <a:latin typeface="Cooper Black" panose="0208090404030B020404" pitchFamily="18" charset="0"/>
                </a:rPr>
                <a:t>G</a:t>
              </a:r>
              <a:r>
                <a:rPr lang="en-US" sz="1200" b="1" dirty="0">
                  <a:ln w="3175">
                    <a:solidFill>
                      <a:schemeClr val="tx1">
                        <a:alpha val="72000"/>
                      </a:schemeClr>
                    </a:solidFill>
                  </a:ln>
                  <a:solidFill>
                    <a:srgbClr val="92D050"/>
                  </a:solidFill>
                  <a:latin typeface="Goudy Stout" panose="0202090407030B020401" pitchFamily="18" charset="0"/>
                </a:rPr>
                <a:t>arden."</a:t>
              </a:r>
              <a:r>
                <a:rPr lang="en-US" sz="1200" dirty="0">
                  <a:ln w="3175">
                    <a:solidFill>
                      <a:schemeClr val="tx1">
                        <a:alpha val="72000"/>
                      </a:schemeClr>
                    </a:solidFill>
                  </a:ln>
                  <a:solidFill>
                    <a:srgbClr val="92D050"/>
                  </a:solidFill>
                  <a:latin typeface="Goudy Stout" panose="0202090407030B020401" pitchFamily="18" charset="0"/>
                </a:rPr>
                <a:t> </a:t>
              </a:r>
              <a:r>
                <a:rPr lang="en-US" sz="2000" dirty="0">
                  <a:solidFill>
                    <a:srgbClr val="FF66CC"/>
                  </a:solidFill>
                </a:rPr>
                <a:t>🌸</a:t>
              </a:r>
              <a:r>
                <a:rPr lang="en-US" sz="2800" dirty="0">
                  <a:solidFill>
                    <a:srgbClr val="FF66CC"/>
                  </a:solidFill>
                </a:rPr>
                <a:t> 🌸</a:t>
              </a:r>
              <a:r>
                <a:rPr lang="en-US" sz="2000" dirty="0">
                  <a:solidFill>
                    <a:srgbClr val="FF66CC"/>
                  </a:solidFill>
                </a:rPr>
                <a:t> 🌸</a:t>
              </a:r>
            </a:p>
          </p:txBody>
        </p:sp>
        <p:sp>
          <p:nvSpPr>
            <p:cNvPr id="43" name="TextBox 42">
              <a:extLst>
                <a:ext uri="{FF2B5EF4-FFF2-40B4-BE49-F238E27FC236}">
                  <a16:creationId xmlns:a16="http://schemas.microsoft.com/office/drawing/2014/main" id="{0E7CA840-05A2-413E-8512-D3245A2C2BBE}"/>
                </a:ext>
              </a:extLst>
            </p:cNvPr>
            <p:cNvSpPr txBox="1"/>
            <p:nvPr/>
          </p:nvSpPr>
          <p:spPr>
            <a:xfrm>
              <a:off x="7677383" y="2875193"/>
              <a:ext cx="338554" cy="830997"/>
            </a:xfrm>
            <a:prstGeom prst="rect">
              <a:avLst/>
            </a:prstGeom>
            <a:noFill/>
          </p:spPr>
          <p:txBody>
            <a:bodyPr wrap="none" rtlCol="0">
              <a:spAutoFit/>
            </a:bodyPr>
            <a:lstStyle/>
            <a:p>
              <a:r>
                <a:rPr lang="en-US" sz="4800" b="1" dirty="0">
                  <a:effectLst>
                    <a:outerShdw blurRad="38100" dist="38100" dir="2700000" algn="tl">
                      <a:srgbClr val="000000">
                        <a:alpha val="43137"/>
                      </a:srgbClr>
                    </a:outerShdw>
                  </a:effectLst>
                  <a:latin typeface="Forte" panose="03060902040502070203" pitchFamily="66" charset="0"/>
                </a:rPr>
                <a:t>-</a:t>
              </a:r>
            </a:p>
          </p:txBody>
        </p:sp>
        <p:sp>
          <p:nvSpPr>
            <p:cNvPr id="44" name="TextBox 43">
              <a:extLst>
                <a:ext uri="{FF2B5EF4-FFF2-40B4-BE49-F238E27FC236}">
                  <a16:creationId xmlns:a16="http://schemas.microsoft.com/office/drawing/2014/main" id="{6C940226-4668-4FAC-9B52-4B6A390EE01F}"/>
                </a:ext>
              </a:extLst>
            </p:cNvPr>
            <p:cNvSpPr txBox="1"/>
            <p:nvPr/>
          </p:nvSpPr>
          <p:spPr>
            <a:xfrm rot="10800000">
              <a:off x="4707251" y="3038357"/>
              <a:ext cx="338554" cy="830997"/>
            </a:xfrm>
            <a:prstGeom prst="rect">
              <a:avLst/>
            </a:prstGeom>
            <a:noFill/>
          </p:spPr>
          <p:txBody>
            <a:bodyPr wrap="none" rtlCol="0">
              <a:spAutoFit/>
            </a:bodyPr>
            <a:lstStyle/>
            <a:p>
              <a:r>
                <a:rPr lang="en-US" sz="4800" b="1" dirty="0">
                  <a:effectLst>
                    <a:outerShdw blurRad="38100" dist="38100" dir="2700000" algn="tl">
                      <a:srgbClr val="000000">
                        <a:alpha val="43137"/>
                      </a:srgbClr>
                    </a:outerShdw>
                  </a:effectLst>
                  <a:latin typeface="Forte" panose="03060902040502070203" pitchFamily="66" charset="0"/>
                </a:rPr>
                <a:t>-</a:t>
              </a:r>
            </a:p>
          </p:txBody>
        </p:sp>
      </p:grpSp>
      <p:sp>
        <p:nvSpPr>
          <p:cNvPr id="47" name="Rectangle 46">
            <a:extLst>
              <a:ext uri="{FF2B5EF4-FFF2-40B4-BE49-F238E27FC236}">
                <a16:creationId xmlns:a16="http://schemas.microsoft.com/office/drawing/2014/main" id="{267472AD-7BE1-4919-8B66-DAC55B0958F8}"/>
              </a:ext>
            </a:extLst>
          </p:cNvPr>
          <p:cNvSpPr/>
          <p:nvPr/>
        </p:nvSpPr>
        <p:spPr>
          <a:xfrm>
            <a:off x="3845300" y="4891909"/>
            <a:ext cx="4843608" cy="1569660"/>
          </a:xfrm>
          <a:prstGeom prst="rect">
            <a:avLst/>
          </a:prstGeom>
        </p:spPr>
        <p:txBody>
          <a:bodyPr wrap="square">
            <a:spAutoFit/>
          </a:bodyPr>
          <a:lstStyle/>
          <a:p>
            <a:pPr algn="ctr"/>
            <a:r>
              <a:rPr lang="en-US" sz="2400" dirty="0">
                <a:ln w="3175">
                  <a:solidFill>
                    <a:schemeClr val="tx1">
                      <a:alpha val="32000"/>
                    </a:schemeClr>
                  </a:solidFill>
                </a:ln>
                <a:effectLst>
                  <a:outerShdw blurRad="38100" dist="38100" dir="2700000" algn="tl">
                    <a:srgbClr val="000000">
                      <a:alpha val="43137"/>
                    </a:srgbClr>
                  </a:outerShdw>
                </a:effectLst>
                <a:latin typeface="Goudy Stout" panose="0202090407030B020401" pitchFamily="18" charset="0"/>
              </a:rPr>
              <a:t>“</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L</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e</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t'</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s</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 C</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e</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l</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e</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b</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r</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a</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t</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e C</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h</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i</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l</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d</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h</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o</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o</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d</a:t>
            </a:r>
            <a:r>
              <a:rPr lang="en-US" sz="2400" dirty="0">
                <a:ln w="3175">
                  <a:solidFill>
                    <a:schemeClr val="tx1">
                      <a:alpha val="32000"/>
                    </a:schemeClr>
                  </a:solidFill>
                </a:ln>
                <a:solidFill>
                  <a:srgbClr val="FF0000"/>
                </a:solidFill>
                <a:effectLst>
                  <a:outerShdw blurRad="38100" dist="38100" dir="2700000" algn="tl">
                    <a:srgbClr val="000000">
                      <a:alpha val="43137"/>
                    </a:srgbClr>
                  </a:outerShdw>
                </a:effectLst>
                <a:latin typeface="Goudy Stout" panose="0202090407030B020401" pitchFamily="18" charset="0"/>
              </a:rPr>
              <a:t>!</a:t>
            </a:r>
            <a:r>
              <a:rPr lang="en-US" sz="2400" dirty="0">
                <a:ln w="3175">
                  <a:solidFill>
                    <a:schemeClr val="tx1">
                      <a:alpha val="32000"/>
                    </a:schemeClr>
                  </a:solidFill>
                </a:ln>
                <a:effectLst>
                  <a:outerShdw blurRad="38100" dist="38100" dir="2700000" algn="tl">
                    <a:srgbClr val="000000">
                      <a:alpha val="43137"/>
                    </a:srgbClr>
                  </a:outerShdw>
                </a:effectLst>
                <a:latin typeface="Goudy Stout" panose="0202090407030B020401" pitchFamily="18" charset="0"/>
              </a:rPr>
              <a:t>”</a:t>
            </a:r>
          </a:p>
          <a:p>
            <a:pPr algn="ct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a</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l</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t</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o</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g</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e</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t</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h</a:t>
            </a:r>
            <a:r>
              <a:rPr lang="en-US" sz="2400" dirty="0">
                <a:ln w="3175">
                  <a:solidFill>
                    <a:schemeClr val="tx1">
                      <a:alpha val="32000"/>
                    </a:schemeClr>
                  </a:solidFill>
                </a:ln>
                <a:blipFill>
                  <a:blip r:embed="rId12"/>
                  <a:tile tx="0" ty="0" sx="100000" sy="100000" flip="none" algn="tl"/>
                </a:blipFill>
                <a:effectLst>
                  <a:outerShdw blurRad="38100" dist="38100" dir="2700000" algn="tl">
                    <a:srgbClr val="000000">
                      <a:alpha val="43137"/>
                    </a:srgbClr>
                  </a:outerShdw>
                </a:effectLst>
                <a:latin typeface="Goudy Stout" panose="0202090407030B020401" pitchFamily="18" charset="0"/>
              </a:rPr>
              <a:t>e</a:t>
            </a:r>
            <a:r>
              <a:rPr lang="en-US" sz="2400" dirty="0">
                <a:ln w="3175">
                  <a:solidFill>
                    <a:schemeClr val="tx1">
                      <a:alpha val="32000"/>
                    </a:schemeClr>
                  </a:solidFill>
                </a:ln>
                <a:blipFill>
                  <a:blip r:embed="rId11"/>
                  <a:tile tx="0" ty="0" sx="100000" sy="100000" flip="none" algn="tl"/>
                </a:blipFill>
                <a:effectLst>
                  <a:outerShdw blurRad="38100" dist="38100" dir="2700000" algn="tl">
                    <a:srgbClr val="000000">
                      <a:alpha val="43137"/>
                    </a:srgbClr>
                  </a:outerShdw>
                </a:effectLst>
                <a:latin typeface="Goudy Stout" panose="0202090407030B020401" pitchFamily="18" charset="0"/>
              </a:rPr>
              <a:t>r</a:t>
            </a:r>
          </a:p>
        </p:txBody>
      </p:sp>
      <p:pic>
        <p:nvPicPr>
          <p:cNvPr id="29" name="Picture 28">
            <a:extLst>
              <a:ext uri="{FF2B5EF4-FFF2-40B4-BE49-F238E27FC236}">
                <a16:creationId xmlns:a16="http://schemas.microsoft.com/office/drawing/2014/main" id="{E5B4E926-C6AD-43BD-9F22-C7E44E9F7587}"/>
              </a:ext>
            </a:extLst>
          </p:cNvPr>
          <p:cNvPicPr>
            <a:picLocks noChangeAspect="1"/>
          </p:cNvPicPr>
          <p:nvPr/>
        </p:nvPicPr>
        <p:blipFill rotWithShape="1">
          <a:blip r:embed="rId13">
            <a:extLst>
              <a:ext uri="{BEBA8EAE-BF5A-486C-A8C5-ECC9F3942E4B}">
                <a14:imgProps xmlns:a14="http://schemas.microsoft.com/office/drawing/2010/main">
                  <a14:imgLayer r:embed="rId14">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a:off x="8215195" y="3047439"/>
            <a:ext cx="376948" cy="4160601"/>
          </a:xfrm>
          <a:prstGeom prst="rect">
            <a:avLst/>
          </a:prstGeom>
        </p:spPr>
      </p:pic>
      <p:pic>
        <p:nvPicPr>
          <p:cNvPr id="30" name="Picture 29">
            <a:extLst>
              <a:ext uri="{FF2B5EF4-FFF2-40B4-BE49-F238E27FC236}">
                <a16:creationId xmlns:a16="http://schemas.microsoft.com/office/drawing/2014/main" id="{CBC9A692-C45B-43D3-BCF2-FAF6524146BB}"/>
              </a:ext>
            </a:extLst>
          </p:cNvPr>
          <p:cNvPicPr>
            <a:picLocks noChangeAspect="1"/>
          </p:cNvPicPr>
          <p:nvPr/>
        </p:nvPicPr>
        <p:blipFill rotWithShape="1">
          <a:blip r:embed="rId13">
            <a:extLst>
              <a:ext uri="{BEBA8EAE-BF5A-486C-A8C5-ECC9F3942E4B}">
                <a14:imgProps xmlns:a14="http://schemas.microsoft.com/office/drawing/2010/main">
                  <a14:imgLayer r:embed="rId14">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rot="10800000">
            <a:off x="8249023" y="-381674"/>
            <a:ext cx="502095" cy="4160601"/>
          </a:xfrm>
          <a:prstGeom prst="rect">
            <a:avLst/>
          </a:prstGeom>
        </p:spPr>
      </p:pic>
      <p:pic>
        <p:nvPicPr>
          <p:cNvPr id="31" name="Picture 30">
            <a:extLst>
              <a:ext uri="{FF2B5EF4-FFF2-40B4-BE49-F238E27FC236}">
                <a16:creationId xmlns:a16="http://schemas.microsoft.com/office/drawing/2014/main" id="{7B54F17E-87D7-4128-95C3-476297093DDE}"/>
              </a:ext>
            </a:extLst>
          </p:cNvPr>
          <p:cNvPicPr>
            <a:picLocks noChangeAspect="1"/>
          </p:cNvPicPr>
          <p:nvPr/>
        </p:nvPicPr>
        <p:blipFill rotWithShape="1">
          <a:blip r:embed="rId13">
            <a:extLst>
              <a:ext uri="{BEBA8EAE-BF5A-486C-A8C5-ECC9F3942E4B}">
                <a14:imgProps xmlns:a14="http://schemas.microsoft.com/office/drawing/2010/main">
                  <a14:imgLayer r:embed="rId14">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3895" r="17654" b="4798"/>
          <a:stretch/>
        </p:blipFill>
        <p:spPr>
          <a:xfrm>
            <a:off x="3954197" y="3054946"/>
            <a:ext cx="286494" cy="4161565"/>
          </a:xfrm>
          <a:prstGeom prst="rect">
            <a:avLst/>
          </a:prstGeom>
        </p:spPr>
      </p:pic>
      <p:pic>
        <p:nvPicPr>
          <p:cNvPr id="33" name="Picture 32">
            <a:extLst>
              <a:ext uri="{FF2B5EF4-FFF2-40B4-BE49-F238E27FC236}">
                <a16:creationId xmlns:a16="http://schemas.microsoft.com/office/drawing/2014/main" id="{A6DC1A42-2CFA-4632-9AE3-4C22331511ED}"/>
              </a:ext>
            </a:extLst>
          </p:cNvPr>
          <p:cNvPicPr>
            <a:picLocks noChangeAspect="1"/>
          </p:cNvPicPr>
          <p:nvPr/>
        </p:nvPicPr>
        <p:blipFill rotWithShape="1">
          <a:blip r:embed="rId13">
            <a:extLst>
              <a:ext uri="{BEBA8EAE-BF5A-486C-A8C5-ECC9F3942E4B}">
                <a14:imgProps xmlns:a14="http://schemas.microsoft.com/office/drawing/2010/main">
                  <a14:imgLayer r:embed="rId14">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rot="10800000">
            <a:off x="3895003" y="-381674"/>
            <a:ext cx="421726" cy="4160601"/>
          </a:xfrm>
          <a:prstGeom prst="rect">
            <a:avLst/>
          </a:prstGeom>
        </p:spPr>
      </p:pic>
    </p:spTree>
    <p:extLst>
      <p:ext uri="{BB962C8B-B14F-4D97-AF65-F5344CB8AC3E}">
        <p14:creationId xmlns:p14="http://schemas.microsoft.com/office/powerpoint/2010/main" val="2474844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6000"/>
            <a:lum/>
            <a:extLst>
              <a:ext uri="{BEBA8EAE-BF5A-486C-A8C5-ECC9F3942E4B}">
                <a14:imgProps xmlns:a14="http://schemas.microsoft.com/office/drawing/2010/main">
                  <a14:imgLayer r:embed="rId3">
                    <a14:imgEffect>
                      <a14:artisticPaintBrush trans="38000" brushSize="0"/>
                    </a14:imgEffect>
                  </a14:imgLayer>
                </a14:imgProps>
              </a:ext>
            </a:extLst>
          </a:blip>
          <a:srcRect/>
          <a:stretch>
            <a:fillRect t="-1000" b="-1000"/>
          </a:stretch>
        </a:blip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D82CFC65-D0C9-4EED-B673-D32F2E426BB1}"/>
              </a:ext>
            </a:extLst>
          </p:cNvPr>
          <p:cNvCxnSpPr/>
          <p:nvPr/>
        </p:nvCxnSpPr>
        <p:spPr>
          <a:xfrm>
            <a:off x="4169747" y="-98662"/>
            <a:ext cx="0" cy="7333862"/>
          </a:xfrm>
          <a:prstGeom prst="line">
            <a:avLst/>
          </a:prstGeom>
          <a:ln w="15875">
            <a:solidFill>
              <a:schemeClr val="tx1">
                <a:alpha val="43000"/>
              </a:schemeClr>
            </a:solidFill>
          </a:ln>
          <a:effectLst>
            <a:outerShdw blurRad="63500" sx="200000" sy="200000" algn="ctr" rotWithShape="0">
              <a:prstClr val="black"/>
            </a:outerShdw>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BCEE570-2EFE-498E-99A7-F31F1AE9B6D0}"/>
              </a:ext>
            </a:extLst>
          </p:cNvPr>
          <p:cNvCxnSpPr/>
          <p:nvPr/>
        </p:nvCxnSpPr>
        <p:spPr>
          <a:xfrm>
            <a:off x="8437984" y="-130629"/>
            <a:ext cx="0" cy="7333862"/>
          </a:xfrm>
          <a:prstGeom prst="line">
            <a:avLst/>
          </a:prstGeom>
          <a:ln w="15875">
            <a:solidFill>
              <a:schemeClr val="tx1">
                <a:alpha val="43000"/>
              </a:schemeClr>
            </a:solidFill>
          </a:ln>
          <a:effectLst>
            <a:outerShdw blurRad="63500" sx="200000" sy="200000" algn="ctr" rotWithShape="0">
              <a:prstClr val="black"/>
            </a:outerShdw>
          </a:effectLst>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85BD1CC-8273-4878-A0C9-2A51B7D764FC}"/>
              </a:ext>
            </a:extLst>
          </p:cNvPr>
          <p:cNvSpPr txBox="1"/>
          <p:nvPr/>
        </p:nvSpPr>
        <p:spPr>
          <a:xfrm>
            <a:off x="4429111" y="238449"/>
            <a:ext cx="3775393" cy="523220"/>
          </a:xfrm>
          <a:prstGeom prst="rect">
            <a:avLst/>
          </a:prstGeom>
          <a:blipFill>
            <a:blip r:embed="rId4"/>
            <a:tile tx="0" ty="0" sx="100000" sy="100000" flip="none" algn="tl"/>
          </a:blipFill>
        </p:spPr>
        <p:txBody>
          <a:bodyPr wrap="none" rtlCol="0">
            <a:spAutoFit/>
          </a:bodyPr>
          <a:lstStyle/>
          <a:p>
            <a:r>
              <a:rPr lang="en-US" sz="2800" b="1" dirty="0">
                <a:latin typeface="SimSun-ExtG" panose="02010609060101010101" pitchFamily="49" charset="-122"/>
                <a:ea typeface="SimSun-ExtG" panose="02010609060101010101" pitchFamily="49" charset="-122"/>
              </a:rPr>
              <a:t>RuLeS To Be FoLLoWeD</a:t>
            </a:r>
          </a:p>
        </p:txBody>
      </p:sp>
      <p:cxnSp>
        <p:nvCxnSpPr>
          <p:cNvPr id="14" name="Straight Connector 13">
            <a:extLst>
              <a:ext uri="{FF2B5EF4-FFF2-40B4-BE49-F238E27FC236}">
                <a16:creationId xmlns:a16="http://schemas.microsoft.com/office/drawing/2014/main" id="{5A48C519-85E5-4224-BD51-3B96F71A6F62}"/>
              </a:ext>
            </a:extLst>
          </p:cNvPr>
          <p:cNvCxnSpPr/>
          <p:nvPr/>
        </p:nvCxnSpPr>
        <p:spPr>
          <a:xfrm>
            <a:off x="4429111" y="836358"/>
            <a:ext cx="3775393"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7B699E69-E5B3-4F87-877F-9AE7C0B0E9AF}"/>
              </a:ext>
            </a:extLst>
          </p:cNvPr>
          <p:cNvCxnSpPr>
            <a:cxnSpLocks/>
          </p:cNvCxnSpPr>
          <p:nvPr/>
        </p:nvCxnSpPr>
        <p:spPr>
          <a:xfrm flipV="1">
            <a:off x="6116814" y="894823"/>
            <a:ext cx="399986" cy="3"/>
          </a:xfrm>
          <a:prstGeom prst="line">
            <a:avLst/>
          </a:prstGeom>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BB5781BC-D9E6-4385-B03A-817B7306E08A}"/>
              </a:ext>
            </a:extLst>
          </p:cNvPr>
          <p:cNvGrpSpPr/>
          <p:nvPr/>
        </p:nvGrpSpPr>
        <p:grpSpPr>
          <a:xfrm>
            <a:off x="4335744" y="1203490"/>
            <a:ext cx="3896365" cy="5150873"/>
            <a:chOff x="55629" y="1206394"/>
            <a:chExt cx="3896365" cy="5150873"/>
          </a:xfrm>
        </p:grpSpPr>
        <p:sp>
          <p:nvSpPr>
            <p:cNvPr id="23" name="Arrow: Pentagon 22">
              <a:extLst>
                <a:ext uri="{FF2B5EF4-FFF2-40B4-BE49-F238E27FC236}">
                  <a16:creationId xmlns:a16="http://schemas.microsoft.com/office/drawing/2014/main" id="{857CF0F4-CD39-47B8-B691-13867A4E0D61}"/>
                </a:ext>
              </a:extLst>
            </p:cNvPr>
            <p:cNvSpPr/>
            <p:nvPr/>
          </p:nvSpPr>
          <p:spPr>
            <a:xfrm>
              <a:off x="145444" y="1206394"/>
              <a:ext cx="3806550" cy="719452"/>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Pentagon 39">
              <a:extLst>
                <a:ext uri="{FF2B5EF4-FFF2-40B4-BE49-F238E27FC236}">
                  <a16:creationId xmlns:a16="http://schemas.microsoft.com/office/drawing/2014/main" id="{1F11679F-1DA4-44B0-843B-4BBCEE979FC6}"/>
                </a:ext>
              </a:extLst>
            </p:cNvPr>
            <p:cNvSpPr/>
            <p:nvPr/>
          </p:nvSpPr>
          <p:spPr>
            <a:xfrm>
              <a:off x="182086" y="4795214"/>
              <a:ext cx="3769908" cy="595937"/>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Pentagon 47">
              <a:extLst>
                <a:ext uri="{FF2B5EF4-FFF2-40B4-BE49-F238E27FC236}">
                  <a16:creationId xmlns:a16="http://schemas.microsoft.com/office/drawing/2014/main" id="{D86C2A2D-226B-4C51-A745-7FECAAB769ED}"/>
                </a:ext>
              </a:extLst>
            </p:cNvPr>
            <p:cNvSpPr/>
            <p:nvPr/>
          </p:nvSpPr>
          <p:spPr>
            <a:xfrm>
              <a:off x="159162" y="2931917"/>
              <a:ext cx="3792832" cy="857226"/>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Pentagon 48">
              <a:extLst>
                <a:ext uri="{FF2B5EF4-FFF2-40B4-BE49-F238E27FC236}">
                  <a16:creationId xmlns:a16="http://schemas.microsoft.com/office/drawing/2014/main" id="{7D79C3B7-6F39-4A88-9977-A288BC195C28}"/>
                </a:ext>
              </a:extLst>
            </p:cNvPr>
            <p:cNvSpPr/>
            <p:nvPr/>
          </p:nvSpPr>
          <p:spPr>
            <a:xfrm rot="10800000">
              <a:off x="88339" y="2018408"/>
              <a:ext cx="3844632" cy="857226"/>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Pentagon 49">
              <a:extLst>
                <a:ext uri="{FF2B5EF4-FFF2-40B4-BE49-F238E27FC236}">
                  <a16:creationId xmlns:a16="http://schemas.microsoft.com/office/drawing/2014/main" id="{C794816E-497B-4FC1-BD60-76BF6894A7F6}"/>
                </a:ext>
              </a:extLst>
            </p:cNvPr>
            <p:cNvSpPr/>
            <p:nvPr/>
          </p:nvSpPr>
          <p:spPr>
            <a:xfrm rot="10800000">
              <a:off x="55629" y="5500041"/>
              <a:ext cx="3785113" cy="857226"/>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Pentagon 50">
              <a:extLst>
                <a:ext uri="{FF2B5EF4-FFF2-40B4-BE49-F238E27FC236}">
                  <a16:creationId xmlns:a16="http://schemas.microsoft.com/office/drawing/2014/main" id="{7AB44639-2396-4D4B-B1F4-F1357DC8B1D1}"/>
                </a:ext>
              </a:extLst>
            </p:cNvPr>
            <p:cNvSpPr/>
            <p:nvPr/>
          </p:nvSpPr>
          <p:spPr>
            <a:xfrm rot="10800000">
              <a:off x="55629" y="3845425"/>
              <a:ext cx="3654553" cy="857226"/>
            </a:xfrm>
            <a:prstGeom prst="homePlate">
              <a:avLst/>
            </a:prstGeom>
            <a:solidFill>
              <a:srgbClr val="92D050">
                <a:alpha val="56000"/>
              </a:srgbClr>
            </a:solidFill>
            <a:ln w="3175">
              <a:solidFill>
                <a:schemeClr val="tx1">
                  <a:alpha val="78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
              <a:extLst>
                <a:ext uri="{FF2B5EF4-FFF2-40B4-BE49-F238E27FC236}">
                  <a16:creationId xmlns:a16="http://schemas.microsoft.com/office/drawing/2014/main" id="{9B0EBD53-056E-4D19-BB30-598A4A6D8101}"/>
                </a:ext>
              </a:extLst>
            </p:cNvPr>
            <p:cNvSpPr>
              <a:spLocks noChangeArrowheads="1"/>
            </p:cNvSpPr>
            <p:nvPr/>
          </p:nvSpPr>
          <p:spPr bwMode="auto">
            <a:xfrm>
              <a:off x="562107" y="1242674"/>
              <a:ext cx="300445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Punctuality:</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Arrive on time and follow the event schedule.</a:t>
              </a:r>
            </a:p>
            <a:p>
              <a:pPr marL="0" marR="0" lvl="0" indent="0" algn="ctr" defTabSz="914400" rtl="0" eaLnBrk="0" fontAlgn="base" latinLnBrk="0" hangingPunct="0">
                <a:lnSpc>
                  <a:spcPct val="100000"/>
                </a:lnSpc>
                <a:spcBef>
                  <a:spcPct val="0"/>
                </a:spcBef>
                <a:spcAft>
                  <a:spcPct val="0"/>
                </a:spcAft>
                <a:buClrTx/>
                <a:buSzTx/>
                <a:buFontTx/>
                <a:buChar char="•"/>
                <a:tabLst/>
              </a:pPr>
              <a:r>
                <a:rPr lang="en-US" altLang="en-US" sz="1200" b="1"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 </a:t>
              </a:r>
              <a:endPar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Respect for Everyone:</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Be kind, polite, and respectful towards others, including organizers, participants, and peers.</a:t>
              </a:r>
            </a:p>
            <a:p>
              <a:pPr marL="0" marR="0" lvl="0" indent="0" algn="ctr" defTabSz="914400" rtl="0" eaLnBrk="0" fontAlgn="base" latinLnBrk="0" hangingPunct="0">
                <a:lnSpc>
                  <a:spcPct val="100000"/>
                </a:lnSpc>
                <a:spcBef>
                  <a:spcPct val="0"/>
                </a:spcBef>
                <a:spcAft>
                  <a:spcPct val="0"/>
                </a:spcAft>
                <a:buClrTx/>
                <a:buSzTx/>
                <a:buFontTx/>
                <a:buChar char="•"/>
                <a:tabLst/>
              </a:pPr>
              <a:r>
                <a:rPr lang="en-US" altLang="en-US" sz="1200" b="1"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 </a:t>
              </a:r>
              <a:endPar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Participation</a:t>
              </a: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Actively participate in activities and competitions with enthusiasm and a positive attitude.</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Safety First:</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Follow safety instructions and avoid actions that could harm yourself or others.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Cleanliness:</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Keep the event area clean by using designated bins for trash.</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strike="noStrike" normalizeH="0" baseline="0" dirty="0">
                  <a:ln w="0">
                    <a:solidFill>
                      <a:schemeClr val="tx1">
                        <a:alpha val="48000"/>
                      </a:schemeClr>
                    </a:solidFill>
                    <a:prstDash val="solid"/>
                  </a:ln>
                  <a:solidFill>
                    <a:srgbClr val="FF0000"/>
                  </a:solidFill>
                  <a:effectLst>
                    <a:innerShdw blurRad="177800">
                      <a:schemeClr val="accent3">
                        <a:lumMod val="50000"/>
                      </a:schemeClr>
                    </a:innerShdw>
                  </a:effectLst>
                  <a:latin typeface="Georgia" panose="02040502050405020303" pitchFamily="18" charset="0"/>
                </a:rPr>
                <a:t>Listening to Organizers:</a:t>
              </a:r>
              <a:b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br>
              <a:r>
                <a:rPr kumimoji="0" lang="en-US" altLang="en-US" sz="1200" b="1" i="0" u="none" strike="noStrike" normalizeH="0" baseline="0" dirty="0">
                  <a:ln w="0">
                    <a:solidFill>
                      <a:schemeClr val="tx1">
                        <a:alpha val="48000"/>
                      </a:schemeClr>
                    </a:solidFill>
                    <a:prstDash val="solid"/>
                  </a:ln>
                  <a:blipFill dpi="0" rotWithShape="1">
                    <a:blip r:embed="rId5"/>
                    <a:srcRect/>
                    <a:tile tx="0" ty="0" sx="100000" sy="100000" flip="none" algn="tl"/>
                  </a:blipFill>
                  <a:effectLst>
                    <a:innerShdw blurRad="177800">
                      <a:schemeClr val="accent3">
                        <a:lumMod val="50000"/>
                      </a:schemeClr>
                    </a:innerShdw>
                  </a:effectLst>
                  <a:latin typeface="Georgia" panose="02040502050405020303" pitchFamily="18" charset="0"/>
                </a:rPr>
                <a:t>Pay attention to announcements and instructions from organizers and volunteers.</a:t>
              </a:r>
            </a:p>
          </p:txBody>
        </p:sp>
      </p:grpSp>
      <p:sp>
        <p:nvSpPr>
          <p:cNvPr id="52" name="TextBox 51">
            <a:extLst>
              <a:ext uri="{FF2B5EF4-FFF2-40B4-BE49-F238E27FC236}">
                <a16:creationId xmlns:a16="http://schemas.microsoft.com/office/drawing/2014/main" id="{99532144-244E-4B06-8537-FB15B7FAC03F}"/>
              </a:ext>
            </a:extLst>
          </p:cNvPr>
          <p:cNvSpPr txBox="1"/>
          <p:nvPr/>
        </p:nvSpPr>
        <p:spPr>
          <a:xfrm>
            <a:off x="8673049" y="480264"/>
            <a:ext cx="3363510" cy="584775"/>
          </a:xfrm>
          <a:prstGeom prst="rect">
            <a:avLst/>
          </a:prstGeom>
          <a:noFill/>
        </p:spPr>
        <p:txBody>
          <a:bodyPr wrap="square" rtlCol="0">
            <a:spAutoFit/>
          </a:bodyPr>
          <a:lstStyle/>
          <a:p>
            <a:r>
              <a:rPr lang="en-US" sz="3200" b="1" dirty="0">
                <a:ln w="22225">
                  <a:solidFill>
                    <a:schemeClr val="accent2">
                      <a:lumMod val="40000"/>
                      <a:lumOff val="60000"/>
                    </a:schemeClr>
                  </a:solidFill>
                  <a:prstDash val="solid"/>
                </a:ln>
                <a:solidFill>
                  <a:schemeClr val="accent2">
                    <a:lumMod val="75000"/>
                  </a:schemeClr>
                </a:solidFill>
                <a:latin typeface="Cooper Black" panose="0208090404030B020404" pitchFamily="18" charset="0"/>
              </a:rPr>
              <a:t>When &amp; Where</a:t>
            </a:r>
          </a:p>
        </p:txBody>
      </p:sp>
      <p:cxnSp>
        <p:nvCxnSpPr>
          <p:cNvPr id="53" name="Straight Connector 52">
            <a:extLst>
              <a:ext uri="{FF2B5EF4-FFF2-40B4-BE49-F238E27FC236}">
                <a16:creationId xmlns:a16="http://schemas.microsoft.com/office/drawing/2014/main" id="{2398D0CE-6CCB-47EA-9F35-D6A33EB83E74}"/>
              </a:ext>
            </a:extLst>
          </p:cNvPr>
          <p:cNvCxnSpPr>
            <a:cxnSpLocks/>
          </p:cNvCxnSpPr>
          <p:nvPr/>
        </p:nvCxnSpPr>
        <p:spPr>
          <a:xfrm>
            <a:off x="8862917" y="1036473"/>
            <a:ext cx="2949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0C517E7-3929-4975-88FC-DF5EFCE84DC2}"/>
              </a:ext>
            </a:extLst>
          </p:cNvPr>
          <p:cNvCxnSpPr>
            <a:cxnSpLocks/>
          </p:cNvCxnSpPr>
          <p:nvPr/>
        </p:nvCxnSpPr>
        <p:spPr>
          <a:xfrm>
            <a:off x="8862917" y="521878"/>
            <a:ext cx="2949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7109F84-2BF3-41E6-8680-3AC10644CF18}"/>
              </a:ext>
            </a:extLst>
          </p:cNvPr>
          <p:cNvSpPr txBox="1"/>
          <p:nvPr/>
        </p:nvSpPr>
        <p:spPr>
          <a:xfrm>
            <a:off x="8945611" y="1165343"/>
            <a:ext cx="2784249" cy="2308324"/>
          </a:xfrm>
          <a:prstGeom prst="rect">
            <a:avLst/>
          </a:prstGeom>
          <a:noFill/>
        </p:spPr>
        <p:txBody>
          <a:bodyPr wrap="square" rtlCol="0">
            <a:spAutoFit/>
          </a:bodyPr>
          <a:lstStyle/>
          <a:p>
            <a:pPr algn="ctr"/>
            <a:r>
              <a:rPr lang="en-US" sz="1600" dirty="0"/>
              <a:t>The </a:t>
            </a:r>
            <a:r>
              <a:rPr lang="en-US" sz="1600" i="1" dirty="0">
                <a:cs typeface="Arabic Typesetting" panose="03020402040406030203" pitchFamily="66" charset="-78"/>
              </a:rPr>
              <a:t>TiþLi LLC </a:t>
            </a:r>
            <a:r>
              <a:rPr lang="en-US" sz="1600" dirty="0"/>
              <a:t>Children’s Carnival will be held on </a:t>
            </a:r>
            <a:r>
              <a:rPr lang="en-US" sz="1600" b="1" dirty="0"/>
              <a:t>Children's Day</a:t>
            </a:r>
            <a:r>
              <a:rPr lang="en-US" sz="1600" dirty="0"/>
              <a:t> (November 14th) from </a:t>
            </a:r>
            <a:r>
              <a:rPr lang="en-US" sz="1600" b="1" dirty="0"/>
              <a:t>10:00 AM to 4:00 PM on Saturday</a:t>
            </a:r>
            <a:r>
              <a:rPr lang="en-US" sz="1600" dirty="0"/>
              <a:t>. The event will take place in the </a:t>
            </a:r>
            <a:r>
              <a:rPr lang="en-US" sz="1600" b="1" i="1" dirty="0">
                <a:cs typeface="Arabic Typesetting" panose="03020402040406030203" pitchFamily="66" charset="-78"/>
              </a:rPr>
              <a:t>HILON </a:t>
            </a:r>
            <a:r>
              <a:rPr lang="en-US" sz="1600" b="1" dirty="0"/>
              <a:t>Ground, Dubai ,UAE</a:t>
            </a:r>
            <a:r>
              <a:rPr lang="en-US" sz="1600" dirty="0"/>
              <a:t>, offering a lively and safe environment for all students to enjoy. </a:t>
            </a:r>
          </a:p>
        </p:txBody>
      </p:sp>
      <p:pic>
        <p:nvPicPr>
          <p:cNvPr id="56" name="Picture 55">
            <a:extLst>
              <a:ext uri="{FF2B5EF4-FFF2-40B4-BE49-F238E27FC236}">
                <a16:creationId xmlns:a16="http://schemas.microsoft.com/office/drawing/2014/main" id="{1F1ACB80-CF6A-43C4-BABB-6CF9D36DB5EB}"/>
              </a:ext>
            </a:extLst>
          </p:cNvPr>
          <p:cNvPicPr>
            <a:picLocks noChangeAspect="1"/>
          </p:cNvPicPr>
          <p:nvPr/>
        </p:nvPicPr>
        <p:blipFill>
          <a:blip r:embed="rId6"/>
          <a:stretch>
            <a:fillRect/>
          </a:stretch>
        </p:blipFill>
        <p:spPr>
          <a:xfrm>
            <a:off x="10468765" y="3731993"/>
            <a:ext cx="1376800" cy="1395747"/>
          </a:xfrm>
          <a:prstGeom prst="rect">
            <a:avLst/>
          </a:prstGeom>
          <a:ln>
            <a:noFill/>
          </a:ln>
          <a:effectLst>
            <a:outerShdw blurRad="190500" algn="tl" rotWithShape="0">
              <a:srgbClr val="000000">
                <a:alpha val="70000"/>
              </a:srgbClr>
            </a:outerShdw>
          </a:effectLst>
        </p:spPr>
      </p:pic>
      <p:sp>
        <p:nvSpPr>
          <p:cNvPr id="57" name="TextBox 56">
            <a:extLst>
              <a:ext uri="{FF2B5EF4-FFF2-40B4-BE49-F238E27FC236}">
                <a16:creationId xmlns:a16="http://schemas.microsoft.com/office/drawing/2014/main" id="{A6A217CD-11B9-4C58-876D-BD5BD661E23F}"/>
              </a:ext>
            </a:extLst>
          </p:cNvPr>
          <p:cNvSpPr txBox="1"/>
          <p:nvPr/>
        </p:nvSpPr>
        <p:spPr>
          <a:xfrm>
            <a:off x="8534095" y="4024483"/>
            <a:ext cx="1838560" cy="923330"/>
          </a:xfrm>
          <a:prstGeom prst="rect">
            <a:avLst/>
          </a:prstGeom>
          <a:noFill/>
        </p:spPr>
        <p:txBody>
          <a:bodyPr wrap="square" rtlCol="0">
            <a:spAutoFit/>
          </a:bodyPr>
          <a:lstStyle/>
          <a:p>
            <a:r>
              <a:rPr lang="en-US" dirty="0"/>
              <a:t>Scan the QR code to get the google maps location</a:t>
            </a:r>
          </a:p>
        </p:txBody>
      </p:sp>
      <p:cxnSp>
        <p:nvCxnSpPr>
          <p:cNvPr id="60" name="Straight Connector 59">
            <a:extLst>
              <a:ext uri="{FF2B5EF4-FFF2-40B4-BE49-F238E27FC236}">
                <a16:creationId xmlns:a16="http://schemas.microsoft.com/office/drawing/2014/main" id="{DEF56AF7-D7AC-420E-8852-3E9BDA945C9D}"/>
              </a:ext>
            </a:extLst>
          </p:cNvPr>
          <p:cNvCxnSpPr>
            <a:cxnSpLocks/>
          </p:cNvCxnSpPr>
          <p:nvPr/>
        </p:nvCxnSpPr>
        <p:spPr>
          <a:xfrm flipH="1">
            <a:off x="9534937" y="3612502"/>
            <a:ext cx="16754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AA22AC9-EB98-4300-A1E8-8F728B83A3DA}"/>
              </a:ext>
            </a:extLst>
          </p:cNvPr>
          <p:cNvCxnSpPr/>
          <p:nvPr/>
        </p:nvCxnSpPr>
        <p:spPr>
          <a:xfrm>
            <a:off x="12915900" y="2714625"/>
            <a:ext cx="9144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7F2B72-E41B-4EE2-8F19-2C1C6C518579}"/>
              </a:ext>
            </a:extLst>
          </p:cNvPr>
          <p:cNvCxnSpPr>
            <a:cxnSpLocks/>
          </p:cNvCxnSpPr>
          <p:nvPr/>
        </p:nvCxnSpPr>
        <p:spPr>
          <a:xfrm flipH="1">
            <a:off x="9534937" y="5334001"/>
            <a:ext cx="16754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ED61C82-039A-4DB7-8063-A9D0478C1257}"/>
              </a:ext>
            </a:extLst>
          </p:cNvPr>
          <p:cNvSpPr txBox="1"/>
          <p:nvPr/>
        </p:nvSpPr>
        <p:spPr>
          <a:xfrm>
            <a:off x="8648811" y="5469775"/>
            <a:ext cx="3377848" cy="369332"/>
          </a:xfrm>
          <a:prstGeom prst="rect">
            <a:avLst/>
          </a:prstGeom>
          <a:noFill/>
        </p:spPr>
        <p:txBody>
          <a:bodyPr wrap="none" rtlCol="0">
            <a:spAutoFit/>
          </a:bodyPr>
          <a:lstStyle/>
          <a:p>
            <a:r>
              <a:rPr lang="en-US" b="1" dirty="0">
                <a:ln w="6600">
                  <a:solidFill>
                    <a:schemeClr val="accent2"/>
                  </a:solidFill>
                  <a:prstDash val="solid"/>
                </a:ln>
                <a:solidFill>
                  <a:srgbClr val="FFFFFF"/>
                </a:solidFill>
                <a:effectLst>
                  <a:outerShdw dist="38100" dir="2700000" algn="tl" rotWithShape="0">
                    <a:schemeClr val="accent2"/>
                  </a:outerShdw>
                </a:effectLst>
                <a:latin typeface="Goudy Stout" panose="0202090407030B020401" pitchFamily="18" charset="0"/>
              </a:rPr>
              <a:t>Follow Us On:</a:t>
            </a:r>
          </a:p>
        </p:txBody>
      </p:sp>
      <p:pic>
        <p:nvPicPr>
          <p:cNvPr id="62" name="Picture 61">
            <a:extLst>
              <a:ext uri="{FF2B5EF4-FFF2-40B4-BE49-F238E27FC236}">
                <a16:creationId xmlns:a16="http://schemas.microsoft.com/office/drawing/2014/main" id="{5ACF9146-6F3A-421F-BFE1-F912DB2F7A7E}"/>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44167" y1="33333" x2="44375" y2="26354"/>
                        <a14:foregroundMark x1="41823" y1="27500" x2="41875" y2="30208"/>
                        <a14:foregroundMark x1="38125" y1="29583" x2="38542" y2="29271"/>
                        <a14:foregroundMark x1="54948" y1="30000" x2="54948" y2="31563"/>
                        <a14:foregroundMark x1="78854" y1="24063" x2="78281" y2="28438"/>
                        <a14:foregroundMark x1="83750" y1="61146" x2="87656" y2="61250"/>
                        <a14:foregroundMark x1="87656" y1="61250" x2="87813" y2="61458"/>
                        <a14:foregroundMark x1="79323" y1="65208" x2="79716" y2="64904"/>
                        <a14:foregroundMark x1="57344" y1="62396" x2="57344" y2="62396"/>
                        <a14:foregroundMark x1="59635" y1="71146" x2="59635" y2="71146"/>
                        <a14:foregroundMark x1="38073" y1="62708" x2="38073" y2="62708"/>
                        <a14:foregroundMark x1="12969" y1="62500" x2="12969" y2="62500"/>
                        <a14:foregroundMark x1="16354" y1="71771" x2="16354" y2="71771"/>
                        <a14:foregroundMark x1="21094" y1="35313" x2="21094" y2="35313"/>
                        <a14:backgroundMark x1="80573" y1="63438" x2="80573" y2="63438"/>
                        <a14:backgroundMark x1="80260" y1="65000" x2="81094" y2="63438"/>
                        <a14:backgroundMark x1="80260" y1="64688" x2="79948" y2="64271"/>
                        <a14:backgroundMark x1="79844" y1="65000" x2="79792" y2="64583"/>
                        <a14:backgroundMark x1="80104" y1="65000" x2="79844" y2="65208"/>
                        <a14:backgroundMark x1="59844" y1="69583" x2="59844" y2="69583"/>
                        <a14:backgroundMark x1="59635" y1="71563" x2="59635" y2="71563"/>
                      </a14:backgroundRemoval>
                    </a14:imgEffect>
                  </a14:imgLayer>
                </a14:imgProps>
              </a:ext>
              <a:ext uri="{28A0092B-C50C-407E-A947-70E740481C1C}">
                <a14:useLocalDpi xmlns:a14="http://schemas.microsoft.com/office/drawing/2010/main" val="0"/>
              </a:ext>
            </a:extLst>
          </a:blip>
          <a:stretch>
            <a:fillRect/>
          </a:stretch>
        </p:blipFill>
        <p:spPr>
          <a:xfrm>
            <a:off x="8710738" y="5802567"/>
            <a:ext cx="2057392" cy="1028696"/>
          </a:xfrm>
          <a:prstGeom prst="rect">
            <a:avLst/>
          </a:prstGeom>
        </p:spPr>
      </p:pic>
      <p:sp>
        <p:nvSpPr>
          <p:cNvPr id="63" name="TextBox 62">
            <a:extLst>
              <a:ext uri="{FF2B5EF4-FFF2-40B4-BE49-F238E27FC236}">
                <a16:creationId xmlns:a16="http://schemas.microsoft.com/office/drawing/2014/main" id="{6C4E0F3E-8734-4872-8DA9-430902A6975B}"/>
              </a:ext>
            </a:extLst>
          </p:cNvPr>
          <p:cNvSpPr txBox="1"/>
          <p:nvPr/>
        </p:nvSpPr>
        <p:spPr>
          <a:xfrm>
            <a:off x="10607009" y="5879347"/>
            <a:ext cx="1590672" cy="400110"/>
          </a:xfrm>
          <a:prstGeom prst="rect">
            <a:avLst/>
          </a:prstGeom>
          <a:noFill/>
        </p:spPr>
        <p:txBody>
          <a:bodyPr wrap="square" rtlCol="0">
            <a:spAutoFit/>
          </a:bodyPr>
          <a:lstStyle/>
          <a:p>
            <a:r>
              <a:rPr lang="en-US" sz="2000" b="1" i="1" dirty="0">
                <a:cs typeface="Arabic Typesetting" panose="03020402040406030203" pitchFamily="66" charset="-78"/>
              </a:rPr>
              <a:t>@TiþLi_LLC</a:t>
            </a:r>
            <a:endParaRPr lang="en-US" sz="2000" b="1" dirty="0"/>
          </a:p>
        </p:txBody>
      </p:sp>
      <p:sp>
        <p:nvSpPr>
          <p:cNvPr id="64" name="Rectangle 63">
            <a:extLst>
              <a:ext uri="{FF2B5EF4-FFF2-40B4-BE49-F238E27FC236}">
                <a16:creationId xmlns:a16="http://schemas.microsoft.com/office/drawing/2014/main" id="{7D8DFF4C-0B87-4247-A044-F048791B53DF}"/>
              </a:ext>
            </a:extLst>
          </p:cNvPr>
          <p:cNvSpPr/>
          <p:nvPr/>
        </p:nvSpPr>
        <p:spPr>
          <a:xfrm>
            <a:off x="10611467" y="6279457"/>
            <a:ext cx="1604927" cy="369332"/>
          </a:xfrm>
          <a:prstGeom prst="rect">
            <a:avLst/>
          </a:prstGeom>
        </p:spPr>
        <p:txBody>
          <a:bodyPr wrap="none">
            <a:spAutoFit/>
          </a:bodyPr>
          <a:lstStyle/>
          <a:p>
            <a:r>
              <a:rPr lang="en-US" b="1" i="1" dirty="0">
                <a:cs typeface="Arabic Typesetting" panose="03020402040406030203" pitchFamily="66" charset="-78"/>
              </a:rPr>
              <a:t>TiþLi@children</a:t>
            </a:r>
            <a:endParaRPr lang="en-US" b="1" dirty="0"/>
          </a:p>
        </p:txBody>
      </p:sp>
      <p:grpSp>
        <p:nvGrpSpPr>
          <p:cNvPr id="75" name="Group 74">
            <a:extLst>
              <a:ext uri="{FF2B5EF4-FFF2-40B4-BE49-F238E27FC236}">
                <a16:creationId xmlns:a16="http://schemas.microsoft.com/office/drawing/2014/main" id="{2AFB10BA-1293-4564-958B-17C4A206ECD0}"/>
              </a:ext>
            </a:extLst>
          </p:cNvPr>
          <p:cNvGrpSpPr/>
          <p:nvPr/>
        </p:nvGrpSpPr>
        <p:grpSpPr>
          <a:xfrm>
            <a:off x="13654491" y="-550836"/>
            <a:ext cx="4190322" cy="14029918"/>
            <a:chOff x="4034776" y="-2115097"/>
            <a:chExt cx="4443133" cy="14029918"/>
          </a:xfrm>
        </p:grpSpPr>
        <p:sp>
          <p:nvSpPr>
            <p:cNvPr id="67" name="Arrow: Chevron 66">
              <a:extLst>
                <a:ext uri="{FF2B5EF4-FFF2-40B4-BE49-F238E27FC236}">
                  <a16:creationId xmlns:a16="http://schemas.microsoft.com/office/drawing/2014/main" id="{152514A8-2CC3-4F65-A246-F032C5D8F2FB}"/>
                </a:ext>
              </a:extLst>
            </p:cNvPr>
            <p:cNvSpPr/>
            <p:nvPr/>
          </p:nvSpPr>
          <p:spPr>
            <a:xfrm rot="5400000">
              <a:off x="2174132" y="1041355"/>
              <a:ext cx="4844048"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Arrow: Chevron 67">
              <a:extLst>
                <a:ext uri="{FF2B5EF4-FFF2-40B4-BE49-F238E27FC236}">
                  <a16:creationId xmlns:a16="http://schemas.microsoft.com/office/drawing/2014/main" id="{8BF28879-BB23-4110-A496-33E3178FFB1C}"/>
                </a:ext>
              </a:extLst>
            </p:cNvPr>
            <p:cNvSpPr/>
            <p:nvPr/>
          </p:nvSpPr>
          <p:spPr>
            <a:xfrm rot="5400000">
              <a:off x="2623227" y="1277750"/>
              <a:ext cx="6188456"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Arrow: Chevron 68">
              <a:extLst>
                <a:ext uri="{FF2B5EF4-FFF2-40B4-BE49-F238E27FC236}">
                  <a16:creationId xmlns:a16="http://schemas.microsoft.com/office/drawing/2014/main" id="{9D325D16-6511-4E28-A71A-3816562ACE24}"/>
                </a:ext>
              </a:extLst>
            </p:cNvPr>
            <p:cNvSpPr/>
            <p:nvPr/>
          </p:nvSpPr>
          <p:spPr>
            <a:xfrm rot="5400000">
              <a:off x="2855045" y="1348435"/>
              <a:ext cx="7917664"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Arrow: Chevron 69">
              <a:extLst>
                <a:ext uri="{FF2B5EF4-FFF2-40B4-BE49-F238E27FC236}">
                  <a16:creationId xmlns:a16="http://schemas.microsoft.com/office/drawing/2014/main" id="{3DD3CA24-3698-4771-9DDE-98FFB3BBF37B}"/>
                </a:ext>
              </a:extLst>
            </p:cNvPr>
            <p:cNvSpPr/>
            <p:nvPr/>
          </p:nvSpPr>
          <p:spPr>
            <a:xfrm rot="5400000">
              <a:off x="4935540" y="407998"/>
              <a:ext cx="5959493"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Arrow: Chevron 70">
              <a:extLst>
                <a:ext uri="{FF2B5EF4-FFF2-40B4-BE49-F238E27FC236}">
                  <a16:creationId xmlns:a16="http://schemas.microsoft.com/office/drawing/2014/main" id="{FDBD3FB6-DAC2-4304-9F6B-44FFA05BE034}"/>
                </a:ext>
              </a:extLst>
            </p:cNvPr>
            <p:cNvSpPr/>
            <p:nvPr/>
          </p:nvSpPr>
          <p:spPr>
            <a:xfrm rot="16200000">
              <a:off x="1435849" y="6387202"/>
              <a:ext cx="6188454"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Arrow: Chevron 71">
              <a:extLst>
                <a:ext uri="{FF2B5EF4-FFF2-40B4-BE49-F238E27FC236}">
                  <a16:creationId xmlns:a16="http://schemas.microsoft.com/office/drawing/2014/main" id="{17418057-DB34-4460-AB54-85FC0D8DBF56}"/>
                </a:ext>
              </a:extLst>
            </p:cNvPr>
            <p:cNvSpPr/>
            <p:nvPr/>
          </p:nvSpPr>
          <p:spPr>
            <a:xfrm rot="16200000">
              <a:off x="2604515" y="7336991"/>
              <a:ext cx="6188454"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Arrow: Chevron 72">
              <a:extLst>
                <a:ext uri="{FF2B5EF4-FFF2-40B4-BE49-F238E27FC236}">
                  <a16:creationId xmlns:a16="http://schemas.microsoft.com/office/drawing/2014/main" id="{A9934986-E22F-4C83-919C-FA14B8F8854A}"/>
                </a:ext>
              </a:extLst>
            </p:cNvPr>
            <p:cNvSpPr/>
            <p:nvPr/>
          </p:nvSpPr>
          <p:spPr>
            <a:xfrm rot="16200000">
              <a:off x="3712268" y="8325294"/>
              <a:ext cx="6188454"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Arrow: Chevron 73">
              <a:extLst>
                <a:ext uri="{FF2B5EF4-FFF2-40B4-BE49-F238E27FC236}">
                  <a16:creationId xmlns:a16="http://schemas.microsoft.com/office/drawing/2014/main" id="{FB1A15CE-791C-4A82-8CDD-F16EDE8AD7A7}"/>
                </a:ext>
              </a:extLst>
            </p:cNvPr>
            <p:cNvSpPr/>
            <p:nvPr/>
          </p:nvSpPr>
          <p:spPr>
            <a:xfrm rot="16200000">
              <a:off x="4888382" y="6349971"/>
              <a:ext cx="6188454" cy="990600"/>
            </a:xfrm>
            <a:prstGeom prst="chevron">
              <a:avLst/>
            </a:prstGeom>
            <a:solidFill>
              <a:schemeClr val="accent1">
                <a:lumMod val="40000"/>
                <a:lumOff val="60000"/>
                <a:alpha val="68000"/>
              </a:schemeClr>
            </a:solidFill>
            <a:ln>
              <a:solidFill>
                <a:schemeClr val="tx1">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6" name="Picture 5">
            <a:extLst>
              <a:ext uri="{FF2B5EF4-FFF2-40B4-BE49-F238E27FC236}">
                <a16:creationId xmlns:a16="http://schemas.microsoft.com/office/drawing/2014/main" id="{F462BFAC-BFC8-4C68-A88E-8096D4C63710}"/>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5769802" y="8407972"/>
            <a:ext cx="2668182" cy="1891682"/>
          </a:xfrm>
          <a:prstGeom prst="rect">
            <a:avLst/>
          </a:prstGeom>
        </p:spPr>
      </p:pic>
      <p:sp>
        <p:nvSpPr>
          <p:cNvPr id="22" name="Oval 21">
            <a:extLst>
              <a:ext uri="{FF2B5EF4-FFF2-40B4-BE49-F238E27FC236}">
                <a16:creationId xmlns:a16="http://schemas.microsoft.com/office/drawing/2014/main" id="{C21114CF-7461-413B-97F4-CA1C7C833E2D}"/>
              </a:ext>
            </a:extLst>
          </p:cNvPr>
          <p:cNvSpPr/>
          <p:nvPr/>
        </p:nvSpPr>
        <p:spPr>
          <a:xfrm>
            <a:off x="2133947" y="4859401"/>
            <a:ext cx="1804032" cy="1841245"/>
          </a:xfrm>
          <a:prstGeom prst="ellipse">
            <a:avLst/>
          </a:prstGeom>
          <a:solidFill>
            <a:srgbClr val="FFC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D6BBC8F-66D4-4948-8291-DF20851FE8CE}"/>
              </a:ext>
            </a:extLst>
          </p:cNvPr>
          <p:cNvSpPr txBox="1"/>
          <p:nvPr/>
        </p:nvSpPr>
        <p:spPr>
          <a:xfrm>
            <a:off x="478822" y="220059"/>
            <a:ext cx="3275256" cy="1261884"/>
          </a:xfrm>
          <a:prstGeom prst="rect">
            <a:avLst/>
          </a:prstGeom>
          <a:blipFill dpi="0" rotWithShape="1">
            <a:blip r:embed="rId11">
              <a:alphaModFix amt="66000"/>
            </a:blip>
            <a:srcRect/>
            <a:tile tx="0" ty="0" sx="100000" sy="100000" flip="none" algn="tl"/>
          </a:blipFill>
          <a:effectLst>
            <a:outerShdw blurRad="50800" dist="50800" dir="5400000" sx="5000" sy="5000" algn="ctr" rotWithShape="0">
              <a:srgbClr val="000000">
                <a:alpha val="43137"/>
              </a:srgbClr>
            </a:outerShdw>
            <a:softEdge rad="76200"/>
          </a:effectLst>
        </p:spPr>
        <p:txBody>
          <a:bodyPr wrap="none" rtlCol="0">
            <a:spAutoFit/>
            <a:scene3d>
              <a:camera prst="orthographicFront"/>
              <a:lightRig rig="soft" dir="t">
                <a:rot lat="0" lon="0" rev="15600000"/>
              </a:lightRig>
            </a:scene3d>
            <a:sp3d extrusionH="57150" prstMaterial="softEdge">
              <a:bevelT w="25400" h="38100"/>
            </a:sp3d>
          </a:bodyPr>
          <a:lstStyle/>
          <a:p>
            <a:pPr algn="ctr"/>
            <a:r>
              <a:rPr lang="en-US" sz="3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Goudy Stout" panose="0202090407030B020401" pitchFamily="18" charset="0"/>
              </a:rPr>
              <a:t>Main</a:t>
            </a:r>
            <a:br>
              <a:rPr lang="en-US" sz="3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Goudy Stout" panose="0202090407030B020401" pitchFamily="18" charset="0"/>
              </a:rPr>
            </a:br>
            <a:r>
              <a:rPr lang="en-US" sz="3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Goudy Stout" panose="0202090407030B020401" pitchFamily="18" charset="0"/>
              </a:rPr>
              <a:t> Events</a:t>
            </a:r>
            <a:br>
              <a:rPr lang="en-US" sz="3200" b="1" dirty="0">
                <a:ln/>
                <a:solidFill>
                  <a:schemeClr val="accent4"/>
                </a:solidFill>
                <a:latin typeface="Goudy Stout" panose="0202090407030B020401" pitchFamily="18" charset="0"/>
              </a:rPr>
            </a:br>
            <a:r>
              <a:rPr lang="en-US" sz="1200" b="1" dirty="0">
                <a:ln/>
                <a:solidFill>
                  <a:schemeClr val="accent4"/>
                </a:solidFill>
                <a:latin typeface="Goudy Stout" panose="0202090407030B020401" pitchFamily="18" charset="0"/>
              </a:rPr>
              <a:t>_-Being held-_</a:t>
            </a:r>
            <a:endParaRPr lang="en-US" sz="3200" b="1" dirty="0">
              <a:ln/>
              <a:solidFill>
                <a:schemeClr val="accent4"/>
              </a:solidFill>
              <a:latin typeface="Goudy Stout" panose="0202090407030B020401" pitchFamily="18" charset="0"/>
            </a:endParaRPr>
          </a:p>
        </p:txBody>
      </p:sp>
      <p:sp>
        <p:nvSpPr>
          <p:cNvPr id="4" name="Rectangle 3">
            <a:extLst>
              <a:ext uri="{FF2B5EF4-FFF2-40B4-BE49-F238E27FC236}">
                <a16:creationId xmlns:a16="http://schemas.microsoft.com/office/drawing/2014/main" id="{43AEFBA9-D6F3-4CC8-85F9-2B47EE311EBF}"/>
              </a:ext>
            </a:extLst>
          </p:cNvPr>
          <p:cNvSpPr/>
          <p:nvPr/>
        </p:nvSpPr>
        <p:spPr>
          <a:xfrm>
            <a:off x="160659" y="1554160"/>
            <a:ext cx="2119616" cy="1740476"/>
          </a:xfrm>
          <a:prstGeom prst="rect">
            <a:avLst/>
          </a:prstGeom>
        </p:spPr>
        <p:txBody>
          <a:bodyPr wrap="square">
            <a:spAutoFit/>
          </a:bodyPr>
          <a:lstStyle/>
          <a:p>
            <a:pPr algn="ctr"/>
            <a:r>
              <a:rPr lang="en-US" sz="1190" b="1" dirty="0">
                <a:latin typeface="Kristen ITC" panose="03050502040202030202" pitchFamily="66" charset="0"/>
              </a:rPr>
              <a:t>Talent Showcase Gala</a:t>
            </a:r>
            <a:r>
              <a:rPr lang="en-US" sz="1190" dirty="0">
                <a:latin typeface="Kristen ITC" panose="03050502040202030202" pitchFamily="66" charset="0"/>
              </a:rPr>
              <a:t>: A platform for children to display their unique talents in singing, dancing, acting, and more. The event will end with awards and recognition for outstanding performances.</a:t>
            </a:r>
          </a:p>
        </p:txBody>
      </p:sp>
      <p:grpSp>
        <p:nvGrpSpPr>
          <p:cNvPr id="41" name="Group 40">
            <a:extLst>
              <a:ext uri="{FF2B5EF4-FFF2-40B4-BE49-F238E27FC236}">
                <a16:creationId xmlns:a16="http://schemas.microsoft.com/office/drawing/2014/main" id="{80741F4D-69A6-4F14-B1E3-434CE18B962F}"/>
              </a:ext>
            </a:extLst>
          </p:cNvPr>
          <p:cNvGrpSpPr/>
          <p:nvPr/>
        </p:nvGrpSpPr>
        <p:grpSpPr>
          <a:xfrm>
            <a:off x="2303104" y="1563216"/>
            <a:ext cx="1466787" cy="1339818"/>
            <a:chOff x="2218641" y="1589195"/>
            <a:chExt cx="1466787" cy="1339818"/>
          </a:xfrm>
        </p:grpSpPr>
        <p:pic>
          <p:nvPicPr>
            <p:cNvPr id="9" name="Picture 8">
              <a:extLst>
                <a:ext uri="{FF2B5EF4-FFF2-40B4-BE49-F238E27FC236}">
                  <a16:creationId xmlns:a16="http://schemas.microsoft.com/office/drawing/2014/main" id="{960D7416-E880-454B-87BD-FB737392F734}"/>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a:off x="2229586" y="1629610"/>
              <a:ext cx="1429148" cy="1299403"/>
            </a:xfrm>
            <a:prstGeom prst="ellipse">
              <a:avLst/>
            </a:prstGeom>
            <a:ln w="63500" cap="rnd">
              <a:solidFill>
                <a:schemeClr val="tx1">
                  <a:alpha val="0"/>
                </a:schemeClr>
              </a:solidFill>
            </a:ln>
            <a:effectLst>
              <a:glow rad="292100">
                <a:srgbClr val="FFFF00">
                  <a:alpha val="18000"/>
                </a:srgbClr>
              </a:glow>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Oval 9">
              <a:extLst>
                <a:ext uri="{FF2B5EF4-FFF2-40B4-BE49-F238E27FC236}">
                  <a16:creationId xmlns:a16="http://schemas.microsoft.com/office/drawing/2014/main" id="{1C257388-B516-4359-B287-CE80B034651C}"/>
                </a:ext>
              </a:extLst>
            </p:cNvPr>
            <p:cNvSpPr/>
            <p:nvPr/>
          </p:nvSpPr>
          <p:spPr>
            <a:xfrm>
              <a:off x="2218641" y="1589195"/>
              <a:ext cx="1466787" cy="1327934"/>
            </a:xfrm>
            <a:prstGeom prst="ellipse">
              <a:avLst/>
            </a:prstGeom>
            <a:solidFill>
              <a:schemeClr val="bg1">
                <a:lumMod val="7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Rectangle 10">
            <a:extLst>
              <a:ext uri="{FF2B5EF4-FFF2-40B4-BE49-F238E27FC236}">
                <a16:creationId xmlns:a16="http://schemas.microsoft.com/office/drawing/2014/main" id="{56BBCE77-C65C-4821-9D48-85F2054A488A}"/>
              </a:ext>
            </a:extLst>
          </p:cNvPr>
          <p:cNvSpPr/>
          <p:nvPr/>
        </p:nvSpPr>
        <p:spPr>
          <a:xfrm>
            <a:off x="1973618" y="2994303"/>
            <a:ext cx="2126394" cy="1877437"/>
          </a:xfrm>
          <a:prstGeom prst="rect">
            <a:avLst/>
          </a:prstGeom>
        </p:spPr>
        <p:txBody>
          <a:bodyPr wrap="square">
            <a:spAutoFit/>
          </a:bodyPr>
          <a:lstStyle/>
          <a:p>
            <a:pPr algn="ctr"/>
            <a:r>
              <a:rPr lang="en-US" sz="1160" b="1" dirty="0">
                <a:latin typeface="Kristen ITC" panose="03050502040202030202" pitchFamily="66" charset="0"/>
              </a:rPr>
              <a:t>Magical Storytime Theater:</a:t>
            </a:r>
          </a:p>
          <a:p>
            <a:pPr algn="ctr"/>
            <a:r>
              <a:rPr lang="en-US" sz="1160" dirty="0">
                <a:latin typeface="Kristen ITC" panose="03050502040202030202" pitchFamily="66" charset="0"/>
              </a:rPr>
              <a:t>An enchanting event featuring captivating storytelling sessions with interactive performances. Children will be mesmerized as stories come to life, sparking their imagination and creativity.</a:t>
            </a:r>
          </a:p>
        </p:txBody>
      </p:sp>
      <p:pic>
        <p:nvPicPr>
          <p:cNvPr id="13" name="Picture 12">
            <a:extLst>
              <a:ext uri="{FF2B5EF4-FFF2-40B4-BE49-F238E27FC236}">
                <a16:creationId xmlns:a16="http://schemas.microsoft.com/office/drawing/2014/main" id="{3974858F-36DB-4EDE-AA9F-66094739EC6F}"/>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21720" y="3431072"/>
            <a:ext cx="2005060" cy="854061"/>
          </a:xfrm>
          <a:prstGeom prst="round2DiagRect">
            <a:avLst>
              <a:gd name="adj1" fmla="val 20470"/>
              <a:gd name="adj2" fmla="val 50000"/>
            </a:avLst>
          </a:prstGeom>
          <a:ln w="88900" cap="sq">
            <a:noFill/>
            <a:miter lim="800000"/>
          </a:ln>
          <a:effectLst>
            <a:outerShdw blurRad="254000" algn="tl" rotWithShape="0">
              <a:srgbClr val="000000">
                <a:alpha val="43000"/>
              </a:srgbClr>
            </a:outerShdw>
          </a:effectLst>
        </p:spPr>
      </p:pic>
      <p:sp>
        <p:nvSpPr>
          <p:cNvPr id="19" name="Rectangle 18">
            <a:extLst>
              <a:ext uri="{FF2B5EF4-FFF2-40B4-BE49-F238E27FC236}">
                <a16:creationId xmlns:a16="http://schemas.microsoft.com/office/drawing/2014/main" id="{6FCBCB8F-465E-43D3-A973-6074A62FEDED}"/>
              </a:ext>
            </a:extLst>
          </p:cNvPr>
          <p:cNvSpPr/>
          <p:nvPr/>
        </p:nvSpPr>
        <p:spPr>
          <a:xfrm>
            <a:off x="84513" y="4699748"/>
            <a:ext cx="2034795" cy="1754326"/>
          </a:xfrm>
          <a:prstGeom prst="rect">
            <a:avLst/>
          </a:prstGeom>
        </p:spPr>
        <p:txBody>
          <a:bodyPr wrap="square">
            <a:spAutoFit/>
          </a:bodyPr>
          <a:lstStyle/>
          <a:p>
            <a:pPr algn="ctr"/>
            <a:r>
              <a:rPr lang="en-US" sz="1200" b="1" dirty="0">
                <a:latin typeface="Kristen ITC" panose="03050502040202030202" pitchFamily="66" charset="0"/>
              </a:rPr>
              <a:t>Science and Discovery Expo:</a:t>
            </a:r>
          </a:p>
          <a:p>
            <a:pPr algn="ctr"/>
            <a:r>
              <a:rPr lang="en-US" sz="1200" dirty="0">
                <a:latin typeface="Kristen ITC" panose="03050502040202030202" pitchFamily="66" charset="0"/>
              </a:rPr>
              <a:t>A hands-on event where kids can explore science experiments, innovative tech displays, and fun facts. It’s a day to ignite curiosity and learning in a playful way.</a:t>
            </a:r>
          </a:p>
        </p:txBody>
      </p:sp>
      <p:pic>
        <p:nvPicPr>
          <p:cNvPr id="21" name="Picture 20">
            <a:extLst>
              <a:ext uri="{FF2B5EF4-FFF2-40B4-BE49-F238E27FC236}">
                <a16:creationId xmlns:a16="http://schemas.microsoft.com/office/drawing/2014/main" id="{44167F2F-5278-47F9-B7F5-2C931CE7FEEF}"/>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2052402" y="4787775"/>
            <a:ext cx="2005059" cy="2029584"/>
          </a:xfrm>
          <a:prstGeom prst="rect">
            <a:avLst/>
          </a:prstGeom>
        </p:spPr>
      </p:pic>
      <p:pic>
        <p:nvPicPr>
          <p:cNvPr id="35" name="Picture 34">
            <a:extLst>
              <a:ext uri="{FF2B5EF4-FFF2-40B4-BE49-F238E27FC236}">
                <a16:creationId xmlns:a16="http://schemas.microsoft.com/office/drawing/2014/main" id="{B9D205E0-C420-408B-A213-2B29167C1C48}"/>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a:off x="8215195" y="3047439"/>
            <a:ext cx="376948" cy="4160601"/>
          </a:xfrm>
          <a:prstGeom prst="rect">
            <a:avLst/>
          </a:prstGeom>
        </p:spPr>
      </p:pic>
      <p:pic>
        <p:nvPicPr>
          <p:cNvPr id="65" name="Picture 64">
            <a:extLst>
              <a:ext uri="{FF2B5EF4-FFF2-40B4-BE49-F238E27FC236}">
                <a16:creationId xmlns:a16="http://schemas.microsoft.com/office/drawing/2014/main" id="{40CF97D2-4DA7-41A9-8B4B-82BF5029EDBA}"/>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rot="10800000">
            <a:off x="8249023" y="-381674"/>
            <a:ext cx="502095" cy="4160601"/>
          </a:xfrm>
          <a:prstGeom prst="rect">
            <a:avLst/>
          </a:prstGeom>
        </p:spPr>
      </p:pic>
      <p:grpSp>
        <p:nvGrpSpPr>
          <p:cNvPr id="5" name="Group 4">
            <a:extLst>
              <a:ext uri="{FF2B5EF4-FFF2-40B4-BE49-F238E27FC236}">
                <a16:creationId xmlns:a16="http://schemas.microsoft.com/office/drawing/2014/main" id="{A5226676-FBC1-4ABD-80E7-5059A890B18D}"/>
              </a:ext>
            </a:extLst>
          </p:cNvPr>
          <p:cNvGrpSpPr/>
          <p:nvPr/>
        </p:nvGrpSpPr>
        <p:grpSpPr>
          <a:xfrm>
            <a:off x="3998561" y="-392014"/>
            <a:ext cx="421726" cy="7598185"/>
            <a:chOff x="3998561" y="-392014"/>
            <a:chExt cx="421726" cy="7598185"/>
          </a:xfrm>
        </p:grpSpPr>
        <p:pic>
          <p:nvPicPr>
            <p:cNvPr id="66" name="Picture 65">
              <a:extLst>
                <a:ext uri="{FF2B5EF4-FFF2-40B4-BE49-F238E27FC236}">
                  <a16:creationId xmlns:a16="http://schemas.microsoft.com/office/drawing/2014/main" id="{4C0EF026-02CF-432A-A042-1B7BC12958ED}"/>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3895" r="17654" b="4798"/>
            <a:stretch/>
          </p:blipFill>
          <p:spPr>
            <a:xfrm>
              <a:off x="4057755" y="3044606"/>
              <a:ext cx="286494" cy="4161565"/>
            </a:xfrm>
            <a:prstGeom prst="rect">
              <a:avLst/>
            </a:prstGeom>
          </p:spPr>
        </p:pic>
        <p:pic>
          <p:nvPicPr>
            <p:cNvPr id="76" name="Picture 75">
              <a:extLst>
                <a:ext uri="{FF2B5EF4-FFF2-40B4-BE49-F238E27FC236}">
                  <a16:creationId xmlns:a16="http://schemas.microsoft.com/office/drawing/2014/main" id="{79E16429-FC98-4C4D-B4A1-07773C4741B2}"/>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6540" b="89662" l="9916" r="89662">
                          <a14:foregroundMark x1="36498" y1="8228" x2="36498" y2="8228"/>
                          <a14:foregroundMark x1="76160" y1="6540" x2="76160" y2="6540"/>
                        </a14:backgroundRemoval>
                      </a14:imgEffect>
                    </a14:imgLayer>
                  </a14:imgProps>
                </a:ext>
                <a:ext uri="{28A0092B-C50C-407E-A947-70E740481C1C}">
                  <a14:useLocalDpi xmlns:a14="http://schemas.microsoft.com/office/drawing/2010/main" val="0"/>
                </a:ext>
              </a:extLst>
            </a:blip>
            <a:srcRect l="71225" r="17654" b="4798"/>
            <a:stretch/>
          </p:blipFill>
          <p:spPr>
            <a:xfrm rot="10800000">
              <a:off x="3998561" y="-392014"/>
              <a:ext cx="421726" cy="4160601"/>
            </a:xfrm>
            <a:prstGeom prst="rect">
              <a:avLst/>
            </a:prstGeom>
          </p:spPr>
        </p:pic>
      </p:grpSp>
      <p:pic>
        <p:nvPicPr>
          <p:cNvPr id="77" name="Picture 76">
            <a:extLst>
              <a:ext uri="{FF2B5EF4-FFF2-40B4-BE49-F238E27FC236}">
                <a16:creationId xmlns:a16="http://schemas.microsoft.com/office/drawing/2014/main" id="{D0284EB5-6AD2-4E88-AFE7-DB7F36EA3977}"/>
              </a:ext>
            </a:extLst>
          </p:cNvPr>
          <p:cNvPicPr>
            <a:picLocks noChangeAspect="1"/>
          </p:cNvPicPr>
          <p:nvPr/>
        </p:nvPicPr>
        <p:blipFill>
          <a:blip r:embed="rId21">
            <a:extLst>
              <a:ext uri="{28A0092B-C50C-407E-A947-70E740481C1C}">
                <a14:useLocalDpi xmlns:a14="http://schemas.microsoft.com/office/drawing/2010/main" val="0"/>
              </a:ext>
              <a:ext uri="{837473B0-CC2E-450A-ABE3-18F120FF3D39}">
                <a1611:picAttrSrcUrl xmlns:a1611="http://schemas.microsoft.com/office/drawing/2016/11/main" r:id="rId22"/>
              </a:ext>
            </a:extLst>
          </a:blip>
          <a:stretch>
            <a:fillRect/>
          </a:stretch>
        </p:blipFill>
        <p:spPr>
          <a:xfrm>
            <a:off x="-4873" y="-2856"/>
            <a:ext cx="1693941" cy="1693941"/>
          </a:xfrm>
          <a:prstGeom prst="rect">
            <a:avLst/>
          </a:prstGeom>
        </p:spPr>
      </p:pic>
      <p:pic>
        <p:nvPicPr>
          <p:cNvPr id="78" name="Picture 77">
            <a:extLst>
              <a:ext uri="{FF2B5EF4-FFF2-40B4-BE49-F238E27FC236}">
                <a16:creationId xmlns:a16="http://schemas.microsoft.com/office/drawing/2014/main" id="{55FC820E-9CA0-439D-8DD2-736E2748BB21}"/>
              </a:ext>
            </a:extLst>
          </p:cNvPr>
          <p:cNvPicPr>
            <a:picLocks noChangeAspect="1"/>
          </p:cNvPicPr>
          <p:nvPr/>
        </p:nvPicPr>
        <p:blipFill>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tretch>
            <a:fillRect/>
          </a:stretch>
        </p:blipFill>
        <p:spPr>
          <a:xfrm rot="10800000">
            <a:off x="11051649" y="0"/>
            <a:ext cx="1169227" cy="1165343"/>
          </a:xfrm>
          <a:prstGeom prst="rect">
            <a:avLst/>
          </a:prstGeom>
        </p:spPr>
      </p:pic>
      <p:sp>
        <p:nvSpPr>
          <p:cNvPr id="39" name="Oval 38">
            <a:extLst>
              <a:ext uri="{FF2B5EF4-FFF2-40B4-BE49-F238E27FC236}">
                <a16:creationId xmlns:a16="http://schemas.microsoft.com/office/drawing/2014/main" id="{5B7C1546-56F5-4FA7-A076-AE435CE63662}"/>
              </a:ext>
            </a:extLst>
          </p:cNvPr>
          <p:cNvSpPr/>
          <p:nvPr/>
        </p:nvSpPr>
        <p:spPr>
          <a:xfrm>
            <a:off x="4856719" y="6222572"/>
            <a:ext cx="1383801" cy="1365109"/>
          </a:xfrm>
          <a:prstGeom prst="ellipse">
            <a:avLst/>
          </a:prstGeom>
          <a:solidFill>
            <a:srgbClr val="FF66CC">
              <a:alpha val="34000"/>
            </a:srgbClr>
          </a:solidFill>
          <a:ln>
            <a:solidFill>
              <a:schemeClr val="tx1">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A4BA34CF-FC2D-4AC0-8D35-EAA40BBC81E8}"/>
              </a:ext>
            </a:extLst>
          </p:cNvPr>
          <p:cNvSpPr/>
          <p:nvPr/>
        </p:nvSpPr>
        <p:spPr>
          <a:xfrm>
            <a:off x="6269797" y="6302325"/>
            <a:ext cx="1383801" cy="1365109"/>
          </a:xfrm>
          <a:prstGeom prst="ellipse">
            <a:avLst/>
          </a:prstGeom>
          <a:solidFill>
            <a:srgbClr val="FF66CC">
              <a:alpha val="34000"/>
            </a:srgbClr>
          </a:solidFill>
          <a:ln>
            <a:solidFill>
              <a:schemeClr val="tx1">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0636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352</Words>
  <Application>Microsoft Office PowerPoint</Application>
  <PresentationFormat>Widescreen</PresentationFormat>
  <Paragraphs>44</Paragraphs>
  <Slides>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vt:i4>
      </vt:variant>
    </vt:vector>
  </HeadingPairs>
  <TitlesOfParts>
    <vt:vector size="18" baseType="lpstr">
      <vt:lpstr>SimSun-ExtG</vt:lpstr>
      <vt:lpstr>Arabic Typesetting</vt:lpstr>
      <vt:lpstr>Arial</vt:lpstr>
      <vt:lpstr>Bradley Hand ITC</vt:lpstr>
      <vt:lpstr>Calibri</vt:lpstr>
      <vt:lpstr>Calibri Light</vt:lpstr>
      <vt:lpstr>Castellar</vt:lpstr>
      <vt:lpstr>Cooper Black</vt:lpstr>
      <vt:lpstr>Forte</vt:lpstr>
      <vt:lpstr>Georgia</vt:lpstr>
      <vt:lpstr>Goudy Stout</vt:lpstr>
      <vt:lpstr>Kristen ITC</vt:lpstr>
      <vt:lpstr>MV Boli</vt:lpstr>
      <vt:lpstr>Trebuchet MS</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Afan Bakhtiar</dc:creator>
  <cp:lastModifiedBy>Afan Bakhtiar</cp:lastModifiedBy>
  <cp:revision>33</cp:revision>
  <dcterms:created xsi:type="dcterms:W3CDTF">2025-01-10T11:14:42Z</dcterms:created>
  <dcterms:modified xsi:type="dcterms:W3CDTF">2025-01-13T19:10:05Z</dcterms:modified>
</cp:coreProperties>
</file>